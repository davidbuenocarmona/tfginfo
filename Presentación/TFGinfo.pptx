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howSpecialPlsOnTitleSld="0" strictFirstAndLastChars="0" saveSubsetFonts="1" autoCompressPictures="0">
  <p:sldMasterIdLst>
    <p:sldMasterId id="2147483648" r:id="rId1"/>
  </p:sldMasterIdLst>
  <p:notesMasterIdLst>
    <p:notesMasterId r:id="rId42"/>
  </p:notesMasterIdLst>
  <p:sldIdLst>
    <p:sldId id="256" r:id="rId2"/>
    <p:sldId id="257" r:id="rId3"/>
    <p:sldId id="361" r:id="rId4"/>
    <p:sldId id="362" r:id="rId5"/>
    <p:sldId id="259" r:id="rId6"/>
    <p:sldId id="334" r:id="rId7"/>
    <p:sldId id="335" r:id="rId8"/>
    <p:sldId id="336" r:id="rId9"/>
    <p:sldId id="363" r:id="rId10"/>
    <p:sldId id="357" r:id="rId11"/>
    <p:sldId id="373" r:id="rId12"/>
    <p:sldId id="374" r:id="rId13"/>
    <p:sldId id="339" r:id="rId14"/>
    <p:sldId id="340" r:id="rId15"/>
    <p:sldId id="375" r:id="rId16"/>
    <p:sldId id="376" r:id="rId17"/>
    <p:sldId id="364" r:id="rId18"/>
    <p:sldId id="342" r:id="rId19"/>
    <p:sldId id="377" r:id="rId20"/>
    <p:sldId id="358" r:id="rId21"/>
    <p:sldId id="371" r:id="rId22"/>
    <p:sldId id="372" r:id="rId23"/>
    <p:sldId id="345" r:id="rId24"/>
    <p:sldId id="344" r:id="rId25"/>
    <p:sldId id="343" r:id="rId26"/>
    <p:sldId id="360" r:id="rId27"/>
    <p:sldId id="365" r:id="rId28"/>
    <p:sldId id="347" r:id="rId29"/>
    <p:sldId id="369" r:id="rId30"/>
    <p:sldId id="348" r:id="rId31"/>
    <p:sldId id="349" r:id="rId32"/>
    <p:sldId id="370" r:id="rId33"/>
    <p:sldId id="350" r:id="rId34"/>
    <p:sldId id="359" r:id="rId35"/>
    <p:sldId id="366" r:id="rId36"/>
    <p:sldId id="352" r:id="rId37"/>
    <p:sldId id="353" r:id="rId38"/>
    <p:sldId id="355" r:id="rId39"/>
    <p:sldId id="354" r:id="rId40"/>
    <p:sldId id="367" r:id="rId41"/>
  </p:sldIdLst>
  <p:sldSz cx="24384000" cy="13716000"/>
  <p:notesSz cx="6858000" cy="9144000"/>
  <p:defaultTextStyle>
    <a:defPPr>
      <a:defRPr lang="es-ES"/>
    </a:defPPr>
    <a:lvl1pPr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p:defaultTextStyle>
  <p:extLst>
    <p:ext uri="{521415D9-36F7-43E2-AB2F-B90AF26B5E84}">
      <p14:sectionLst xmlns:p14="http://schemas.microsoft.com/office/powerpoint/2010/main">
        <p14:section name="Sección predeterminada" id="{39B58462-EEB7-41CA-819C-1AA5DAB87E01}">
          <p14:sldIdLst>
            <p14:sldId id="256"/>
            <p14:sldId id="257"/>
          </p14:sldIdLst>
        </p14:section>
        <p14:section name="Introducción" id="{FF0E3BB6-46A5-46C2-A7C5-7B230E4CE612}">
          <p14:sldIdLst>
            <p14:sldId id="361"/>
            <p14:sldId id="362"/>
          </p14:sldIdLst>
        </p14:section>
        <p14:section name="Tecnologías" id="{EEC8ACB6-C108-4283-AB95-4BEA88543754}">
          <p14:sldIdLst>
            <p14:sldId id="259"/>
            <p14:sldId id="334"/>
            <p14:sldId id="335"/>
            <p14:sldId id="336"/>
          </p14:sldIdLst>
        </p14:section>
        <p14:section name="Análisis" id="{D8AB1EA5-3226-4FB1-B414-9B0CE092D5F1}">
          <p14:sldIdLst>
            <p14:sldId id="363"/>
            <p14:sldId id="357"/>
            <p14:sldId id="373"/>
            <p14:sldId id="374"/>
            <p14:sldId id="339"/>
            <p14:sldId id="340"/>
            <p14:sldId id="375"/>
            <p14:sldId id="376"/>
          </p14:sldIdLst>
        </p14:section>
        <p14:section name="Diseño" id="{EC572D66-B1FD-4B5B-BAC4-5163D7036FC8}">
          <p14:sldIdLst>
            <p14:sldId id="364"/>
            <p14:sldId id="342"/>
            <p14:sldId id="377"/>
            <p14:sldId id="358"/>
            <p14:sldId id="371"/>
            <p14:sldId id="372"/>
            <p14:sldId id="345"/>
            <p14:sldId id="344"/>
            <p14:sldId id="343"/>
            <p14:sldId id="360"/>
            <p14:sldId id="365"/>
          </p14:sldIdLst>
        </p14:section>
        <p14:section name="Implementación" id="{F1E9DA21-3D82-4CD2-A838-1F51596D9EEA}">
          <p14:sldIdLst>
            <p14:sldId id="347"/>
            <p14:sldId id="369"/>
            <p14:sldId id="348"/>
            <p14:sldId id="349"/>
            <p14:sldId id="370"/>
            <p14:sldId id="350"/>
            <p14:sldId id="359"/>
          </p14:sldIdLst>
        </p14:section>
        <p14:section name="Pruebas" id="{9E93481D-2AB1-4C5B-B7EA-6259EE1BBCE4}">
          <p14:sldIdLst>
            <p14:sldId id="366"/>
            <p14:sldId id="352"/>
            <p14:sldId id="353"/>
            <p14:sldId id="355"/>
            <p14:sldId id="354"/>
            <p14:sldId id="367"/>
          </p14:sldIdLst>
        </p14:section>
      </p14:sectionLst>
    </p:ext>
    <p:ext uri="{EFAFB233-063F-42B5-8137-9DF3F51BA10A}">
      <p15:sldGuideLst xmlns:p15="http://schemas.microsoft.com/office/powerpoint/2012/main">
        <p15:guide id="1" orient="horz" pos="4139" userDrawn="1">
          <p15:clr>
            <a:srgbClr val="A4A3A4"/>
          </p15:clr>
        </p15:guide>
        <p15:guide id="2" pos="76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436D"/>
    <a:srgbClr val="46C1A4"/>
    <a:srgbClr val="062F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978" autoAdjust="0"/>
  </p:normalViewPr>
  <p:slideViewPr>
    <p:cSldViewPr showGuides="1">
      <p:cViewPr varScale="1">
        <p:scale>
          <a:sx n="32" d="100"/>
          <a:sy n="32" d="100"/>
        </p:scale>
        <p:origin x="2340" y="750"/>
      </p:cViewPr>
      <p:guideLst>
        <p:guide orient="horz" pos="4139"/>
        <p:guide pos="7680"/>
      </p:guideLst>
    </p:cSldViewPr>
  </p:slideViewPr>
  <p:notesTextViewPr>
    <p:cViewPr>
      <p:scale>
        <a:sx n="100" d="100"/>
        <a:sy n="100" d="100"/>
      </p:scale>
      <p:origin x="0" y="0"/>
    </p:cViewPr>
  </p:notesTextViewPr>
  <p:notesViewPr>
    <p:cSldViewPr>
      <p:cViewPr varScale="1">
        <p:scale>
          <a:sx n="122" d="100"/>
          <a:sy n="122" d="100"/>
        </p:scale>
        <p:origin x="5004" y="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xmlns="" val="1"/>
            </a:ext>
          </a:extLst>
        </p:spPr>
      </p:sp>
      <p:sp>
        <p:nvSpPr>
          <p:cNvPr id="2050" name="Rectangle 2"/>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s-ES" noProof="0">
                <a:sym typeface="Lucida Grande" charset="0"/>
              </a:rPr>
              <a:t>Click to edit Master text styles</a:t>
            </a:r>
          </a:p>
          <a:p>
            <a:pPr lvl="1"/>
            <a:r>
              <a:rPr lang="es-ES" noProof="0">
                <a:sym typeface="Lucida Grande" charset="0"/>
              </a:rPr>
              <a:t>Second level</a:t>
            </a:r>
          </a:p>
          <a:p>
            <a:pPr lvl="2"/>
            <a:r>
              <a:rPr lang="es-ES" noProof="0">
                <a:sym typeface="Lucida Grande" charset="0"/>
              </a:rPr>
              <a:t>Third level</a:t>
            </a:r>
          </a:p>
          <a:p>
            <a:pPr lvl="3"/>
            <a:r>
              <a:rPr lang="es-ES" noProof="0">
                <a:sym typeface="Lucida Grande" charset="0"/>
              </a:rPr>
              <a:t>Fourth level</a:t>
            </a:r>
          </a:p>
          <a:p>
            <a:pPr lvl="4"/>
            <a:r>
              <a:rPr lang="es-ES" noProof="0">
                <a:sym typeface="Lucida Grande" charset="0"/>
              </a:rPr>
              <a:t>Fifth level</a:t>
            </a:r>
          </a:p>
        </p:txBody>
      </p:sp>
    </p:spTree>
  </p:cSld>
  <p:clrMap bg1="lt1" tx1="dk1" bg2="lt2" tx2="dk2" accent1="accent1" accent2="accent2" accent3="accent3" accent4="accent4" accent5="accent5" accent6="accent6" hlink="hlink" folHlink="folHlink"/>
  <p:notesStyle>
    <a:lvl1pPr algn="l" defTabSz="825500" rtl="0" eaLnBrk="0" fontAlgn="base" hangingPunct="0">
      <a:spcBef>
        <a:spcPct val="0"/>
      </a:spcBef>
      <a:spcAft>
        <a:spcPct val="0"/>
      </a:spcAft>
      <a:defRPr sz="2200" kern="1200">
        <a:solidFill>
          <a:srgbClr val="000000"/>
        </a:solidFill>
        <a:latin typeface="Lucida Grande" charset="0"/>
        <a:ea typeface="MS PGothic" panose="020B0600070205080204" pitchFamily="34" charset="-128"/>
        <a:cs typeface="Lucida Grande" charset="0"/>
        <a:sym typeface="Lucida Grande" charset="0"/>
      </a:defRPr>
    </a:lvl1pPr>
    <a:lvl2pPr marL="228600" algn="l" defTabSz="825500" rtl="0" eaLnBrk="0" fontAlgn="base" hangingPunct="0">
      <a:spcBef>
        <a:spcPct val="0"/>
      </a:spcBef>
      <a:spcAft>
        <a:spcPct val="0"/>
      </a:spcAft>
      <a:defRPr sz="2200" kern="1200">
        <a:solidFill>
          <a:srgbClr val="000000"/>
        </a:solidFill>
        <a:latin typeface="Lucida Grande" charset="0"/>
        <a:ea typeface="Lucida Grande" charset="0"/>
        <a:cs typeface="Lucida Grande" charset="0"/>
        <a:sym typeface="Lucida Grande" charset="0"/>
      </a:defRPr>
    </a:lvl2pPr>
    <a:lvl3pPr marL="457200" algn="l" defTabSz="825500" rtl="0" eaLnBrk="0" fontAlgn="base" hangingPunct="0">
      <a:spcBef>
        <a:spcPct val="0"/>
      </a:spcBef>
      <a:spcAft>
        <a:spcPct val="0"/>
      </a:spcAft>
      <a:defRPr sz="2200" kern="1200">
        <a:solidFill>
          <a:srgbClr val="000000"/>
        </a:solidFill>
        <a:latin typeface="Lucida Grande" charset="0"/>
        <a:ea typeface="Lucida Grande" charset="0"/>
        <a:cs typeface="Lucida Grande" charset="0"/>
        <a:sym typeface="Lucida Grande" charset="0"/>
      </a:defRPr>
    </a:lvl3pPr>
    <a:lvl4pPr marL="685800" algn="l" defTabSz="825500" rtl="0" eaLnBrk="0" fontAlgn="base" hangingPunct="0">
      <a:spcBef>
        <a:spcPct val="0"/>
      </a:spcBef>
      <a:spcAft>
        <a:spcPct val="0"/>
      </a:spcAft>
      <a:defRPr sz="2200" kern="1200">
        <a:solidFill>
          <a:srgbClr val="000000"/>
        </a:solidFill>
        <a:latin typeface="Lucida Grande" charset="0"/>
        <a:ea typeface="Lucida Grande" charset="0"/>
        <a:cs typeface="Lucida Grande" charset="0"/>
        <a:sym typeface="Lucida Grande" charset="0"/>
      </a:defRPr>
    </a:lvl4pPr>
    <a:lvl5pPr marL="914400" algn="l" defTabSz="825500" rtl="0" eaLnBrk="0" fontAlgn="base" hangingPunct="0">
      <a:spcBef>
        <a:spcPct val="0"/>
      </a:spcBef>
      <a:spcAft>
        <a:spcPct val="0"/>
      </a:spcAft>
      <a:defRPr sz="2200" kern="1200">
        <a:solidFill>
          <a:srgbClr val="000000"/>
        </a:solidFill>
        <a:latin typeface="Lucida Grande" charset="0"/>
        <a:ea typeface="Lucida Grande" charset="0"/>
        <a:cs typeface="Lucida Grande" charset="0"/>
        <a:sym typeface="Lucida Grande"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Buenas tardes, el nombre de mi proyecto de fin de grado es Desarrollo de una aplicación web progresiva sobre la gestión de trabajos de fin de grado, y la aplicación desarrollada se llama </a:t>
            </a:r>
            <a:r>
              <a:rPr lang="es-ES" dirty="0" err="1"/>
              <a:t>TFGinfo</a:t>
            </a:r>
            <a:r>
              <a:rPr lang="es-ES" dirty="0"/>
              <a:t>.</a:t>
            </a:r>
          </a:p>
        </p:txBody>
      </p:sp>
    </p:spTree>
    <p:extLst>
      <p:ext uri="{BB962C8B-B14F-4D97-AF65-F5344CB8AC3E}">
        <p14:creationId xmlns:p14="http://schemas.microsoft.com/office/powerpoint/2010/main" val="2007619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Abarcamos los temas relacionados con las etapas del desarrollo de una aplicación siguiendo las bases de la ingeniería del software</a:t>
            </a:r>
          </a:p>
        </p:txBody>
      </p:sp>
    </p:spTree>
    <p:extLst>
      <p:ext uri="{BB962C8B-B14F-4D97-AF65-F5344CB8AC3E}">
        <p14:creationId xmlns:p14="http://schemas.microsoft.com/office/powerpoint/2010/main" val="3487802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aplicación busca centralizar la gestión de los proyectos de fin de grado, en una aplicación web progresiva. </a:t>
            </a:r>
            <a:br>
              <a:rPr lang="es-ES" dirty="0"/>
            </a:br>
            <a:br>
              <a:rPr lang="es-ES" dirty="0"/>
            </a:br>
            <a:r>
              <a:rPr lang="es-ES" dirty="0"/>
              <a:t>Lo que diferencia a una web corriente de una web progresiva es que esta segunda puede ser descargada como aplicación, por tanto, no es necesario acceder a ella desde un navegador, se podría acceder desde un icono de aplicación móvil o de escritorio.</a:t>
            </a:r>
          </a:p>
          <a:p>
            <a:endParaRPr lang="es-ES" dirty="0"/>
          </a:p>
          <a:p>
            <a:r>
              <a:rPr lang="es-ES" dirty="0"/>
              <a:t>La temática del proyecto se eligió como alternativa para mejorar el sistema actual de reservas de un TFG ya que hoy en día el proceso es muy manual ya que desde el punto de vista del estudiante este debe acceder a un Excel de muchísimas líneas de TFG, de las cuales no puede optar a muchas por incompatibilidad de carreras, publicado en la página de la UMA donde la información de los proyectos es algo pobre. Y el proceso de reserva queda a manos del alumno teniendo este que contactar con el profesor sin saber si este sigue ofertando el TFG o si quedan plazas.</a:t>
            </a:r>
          </a:p>
        </p:txBody>
      </p:sp>
    </p:spTree>
    <p:extLst>
      <p:ext uri="{BB962C8B-B14F-4D97-AF65-F5344CB8AC3E}">
        <p14:creationId xmlns:p14="http://schemas.microsoft.com/office/powerpoint/2010/main" val="112511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A856-4304-E61E-DAED-C2D628C0FA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F7A5D0-78EB-895F-DD36-012F6CB835D7}"/>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2B1FDB1B-39B5-EDD9-5A22-FA17128FA816}"/>
              </a:ext>
            </a:extLst>
          </p:cNvPr>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808956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Se ha optado por usar una base de datos SQL por el principio relacional que estas ofrecen, de esta forma garantizamos una estructura de entidades estricta, y proporciona mayor confianza a la hora de manipular la información almacenada. Entre las bases de Datos SQL se ha optado por usar MySQL porque es uno de los motores de base de datos más usados en el desarrollo de entornos web y por su facilidad de uso con la interfaz de MySQL </a:t>
            </a:r>
            <a:r>
              <a:rPr lang="es-ES" dirty="0" err="1"/>
              <a:t>Workbench</a:t>
            </a:r>
            <a:endParaRPr lang="es-ES" dirty="0"/>
          </a:p>
        </p:txBody>
      </p:sp>
    </p:spTree>
    <p:extLst>
      <p:ext uri="{BB962C8B-B14F-4D97-AF65-F5344CB8AC3E}">
        <p14:creationId xmlns:p14="http://schemas.microsoft.com/office/powerpoint/2010/main" val="1983514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funcionalidad principal del servidor es de alojar una API </a:t>
            </a:r>
            <a:r>
              <a:rPr lang="es-ES" dirty="0" err="1"/>
              <a:t>Rest</a:t>
            </a:r>
            <a:r>
              <a:rPr lang="es-ES" dirty="0"/>
              <a:t>, esta ha sido diseñada con </a:t>
            </a:r>
            <a:r>
              <a:rPr lang="es-ES" dirty="0" err="1"/>
              <a:t>Swagger</a:t>
            </a:r>
            <a:r>
              <a:rPr lang="es-ES" dirty="0"/>
              <a:t> para seguir los estándares REST. Se ha optado por usar el Framework de .NET para C# ya que este proporciona muchas herramientas que facilitan el manejo de llamadas HTTP y el procesamiento de datos con </a:t>
            </a:r>
            <a:r>
              <a:rPr lang="es-ES" dirty="0" err="1"/>
              <a:t>Entity</a:t>
            </a:r>
            <a:r>
              <a:rPr lang="es-ES" dirty="0"/>
              <a:t> Framework.</a:t>
            </a:r>
          </a:p>
        </p:txBody>
      </p:sp>
    </p:spTree>
    <p:extLst>
      <p:ext uri="{BB962C8B-B14F-4D97-AF65-F5344CB8AC3E}">
        <p14:creationId xmlns:p14="http://schemas.microsoft.com/office/powerpoint/2010/main" val="2288055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aplicación de </a:t>
            </a:r>
            <a:r>
              <a:rPr lang="es-ES" dirty="0" err="1"/>
              <a:t>frontEnd</a:t>
            </a:r>
            <a:r>
              <a:rPr lang="es-ES" dirty="0"/>
              <a:t> será la encargada de proporcionar y recibir información de los usuarios. Para ello se ha usado el </a:t>
            </a:r>
            <a:r>
              <a:rPr lang="es-ES" dirty="0" err="1"/>
              <a:t>framework</a:t>
            </a:r>
            <a:r>
              <a:rPr lang="es-ES" dirty="0"/>
              <a:t> de Angular que es uno de los más usados en este entorno por todas las herramientas y facilidades que proporciona para el desarrollo de una aplicación web, como la creación de vistas basadas en componentes, y la fácil integración con llamadas a </a:t>
            </a:r>
            <a:r>
              <a:rPr lang="es-ES" dirty="0" err="1"/>
              <a:t>APIs</a:t>
            </a:r>
            <a:r>
              <a:rPr lang="es-ES" dirty="0"/>
              <a:t> y Angular Material para la creación´´</a:t>
            </a:r>
            <a:r>
              <a:rPr lang="es-ES" dirty="0" err="1"/>
              <a:t>on</a:t>
            </a:r>
            <a:r>
              <a:rPr lang="es-ES" dirty="0"/>
              <a:t> de formularios</a:t>
            </a:r>
          </a:p>
        </p:txBody>
      </p:sp>
    </p:spTree>
    <p:extLst>
      <p:ext uri="{BB962C8B-B14F-4D97-AF65-F5344CB8AC3E}">
        <p14:creationId xmlns:p14="http://schemas.microsoft.com/office/powerpoint/2010/main" val="4290181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Como herramientas auxiliares se ha usado </a:t>
            </a:r>
            <a:r>
              <a:rPr lang="es-ES" dirty="0" err="1"/>
              <a:t>Github</a:t>
            </a:r>
            <a:r>
              <a:rPr lang="es-ES" dirty="0"/>
              <a:t> para el control de versiones, </a:t>
            </a:r>
            <a:r>
              <a:rPr lang="es-ES" dirty="0" err="1"/>
              <a:t>Mermaid</a:t>
            </a:r>
            <a:r>
              <a:rPr lang="es-ES" dirty="0"/>
              <a:t> para la generación de diagramas previos al desarrollo del código, </a:t>
            </a:r>
            <a:r>
              <a:rPr lang="es-ES" dirty="0" err="1"/>
              <a:t>Figma</a:t>
            </a:r>
            <a:r>
              <a:rPr lang="es-ES" dirty="0"/>
              <a:t> para el diseño de prototipos de la aplicación y Docker para el despliegue en contenedores</a:t>
            </a:r>
          </a:p>
        </p:txBody>
      </p:sp>
    </p:spTree>
    <p:extLst>
      <p:ext uri="{BB962C8B-B14F-4D97-AF65-F5344CB8AC3E}">
        <p14:creationId xmlns:p14="http://schemas.microsoft.com/office/powerpoint/2010/main" val="1339099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4069A-9184-34B3-EFB4-E430D1409B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68298E-E19A-EDC6-7432-395BEC76694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38E93292-C10D-922B-B499-0E7D09DDF99B}"/>
              </a:ext>
            </a:extLst>
          </p:cNvPr>
          <p:cNvSpPr>
            <a:spLocks noGrp="1"/>
          </p:cNvSpPr>
          <p:nvPr>
            <p:ph type="body" idx="1"/>
          </p:nvPr>
        </p:nvSpPr>
        <p:spPr/>
        <p:txBody>
          <a:bodyPr/>
          <a:lstStyle/>
          <a:p>
            <a:r>
              <a:rPr lang="es-ES" dirty="0"/>
              <a:t>Pasamos a comentar el apartado previo al desarrollo y diseño de la aplicación que es la especificación u análisis,</a:t>
            </a:r>
          </a:p>
        </p:txBody>
      </p:sp>
    </p:spTree>
    <p:extLst>
      <p:ext uri="{BB962C8B-B14F-4D97-AF65-F5344CB8AC3E}">
        <p14:creationId xmlns:p14="http://schemas.microsoft.com/office/powerpoint/2010/main" val="3985235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Los requisitos funcionales consisten en conocer y analizar todas las funcionalidades que debe tener la aplicación desde la acción más simple como el inicio de sesión hasta la más compleja como podría ser la acción de reservar un TFG. Cada acción sebe ser contemplada desde el punto de vista de cada rol.</a:t>
            </a:r>
          </a:p>
        </p:txBody>
      </p:sp>
    </p:spTree>
    <p:extLst>
      <p:ext uri="{BB962C8B-B14F-4D97-AF65-F5344CB8AC3E}">
        <p14:creationId xmlns:p14="http://schemas.microsoft.com/office/powerpoint/2010/main" val="408617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Este diagrama representa el flujo de el inicio de sesión, el cual es el mismo para todos los roles, las acciones que lo componen son las siguientes (Leer acciones y explicar flujo)</a:t>
            </a:r>
          </a:p>
        </p:txBody>
      </p:sp>
    </p:spTree>
    <p:extLst>
      <p:ext uri="{BB962C8B-B14F-4D97-AF65-F5344CB8AC3E}">
        <p14:creationId xmlns:p14="http://schemas.microsoft.com/office/powerpoint/2010/main" val="928945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Este otro diagrama representa la reserva de un TFG desde el punto de vista de un alumno (Leer y explicar acciones) Estos diagramas son 2 ejemplos de dos flujos en la aplicación, pero el Análisis de requisitos tiene en cuenta todas las posibles acciones que existen en la aplicación.</a:t>
            </a:r>
          </a:p>
        </p:txBody>
      </p:sp>
    </p:spTree>
    <p:extLst>
      <p:ext uri="{BB962C8B-B14F-4D97-AF65-F5344CB8AC3E}">
        <p14:creationId xmlns:p14="http://schemas.microsoft.com/office/powerpoint/2010/main" val="4200251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Los requisitos no funcionales son aquellos que en su mayoría son acciones a nivel de sistema, ya que no dependen del usuario que este manipulando la aplicación. </a:t>
            </a:r>
          </a:p>
          <a:p>
            <a:endParaRPr lang="es-ES" dirty="0"/>
          </a:p>
          <a:p>
            <a:r>
              <a:rPr lang="es-ES" dirty="0"/>
              <a:t>Por ejemplo, requisitos de seguridad como garantizar la privacidad de la información personal de los usuarios. </a:t>
            </a:r>
          </a:p>
          <a:p>
            <a:endParaRPr lang="es-ES" dirty="0"/>
          </a:p>
          <a:p>
            <a:r>
              <a:rPr lang="es-ES" dirty="0"/>
              <a:t>Requisitos de rendimiento como, por ejemplo, que la aplicación debe tener tiempos de respuestas cortos para asegurar una fluidez en la navegación en la aplicación. </a:t>
            </a:r>
          </a:p>
          <a:p>
            <a:endParaRPr lang="es-ES" dirty="0"/>
          </a:p>
          <a:p>
            <a:r>
              <a:rPr lang="es-ES" dirty="0"/>
              <a:t>Y por último requisitos de usabilidad, como garantizar que cualquier persona pueda usar la aplicación independientemente de su situación.</a:t>
            </a:r>
          </a:p>
        </p:txBody>
      </p:sp>
    </p:spTree>
    <p:extLst>
      <p:ext uri="{BB962C8B-B14F-4D97-AF65-F5344CB8AC3E}">
        <p14:creationId xmlns:p14="http://schemas.microsoft.com/office/powerpoint/2010/main" val="1794350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Estos son diagramas que muestran el caso de uso de una reserva de TFG. </a:t>
            </a:r>
          </a:p>
        </p:txBody>
      </p:sp>
    </p:spTree>
    <p:extLst>
      <p:ext uri="{BB962C8B-B14F-4D97-AF65-F5344CB8AC3E}">
        <p14:creationId xmlns:p14="http://schemas.microsoft.com/office/powerpoint/2010/main" val="2958049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9B94A-AE00-097B-605F-1C5D64B357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24A0CB-C0F1-94DE-86B8-6885FDE6E93C}"/>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61E97CA8-CA13-543C-8141-EA6A3F3AEB1F}"/>
              </a:ext>
            </a:extLst>
          </p:cNvPr>
          <p:cNvSpPr>
            <a:spLocks noGrp="1"/>
          </p:cNvSpPr>
          <p:nvPr>
            <p:ph type="body" idx="1"/>
          </p:nvPr>
        </p:nvSpPr>
        <p:spPr/>
        <p:txBody>
          <a:bodyPr/>
          <a:lstStyle/>
          <a:p>
            <a:r>
              <a:rPr lang="es-ES" dirty="0"/>
              <a:t>Este primer diagrama de secuencia muestra todos los agentes involucrados en el proceso completo de reserva de un TFG. (Explicar diagrama)</a:t>
            </a:r>
          </a:p>
        </p:txBody>
      </p:sp>
    </p:spTree>
    <p:extLst>
      <p:ext uri="{BB962C8B-B14F-4D97-AF65-F5344CB8AC3E}">
        <p14:creationId xmlns:p14="http://schemas.microsoft.com/office/powerpoint/2010/main" val="2599456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D15AD-C7C3-93AC-7EDC-9F1050D235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5B99AF-1280-20A6-B472-8CBCB349F00A}"/>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B6A83629-131C-31D2-C43F-E79BB6472657}"/>
              </a:ext>
            </a:extLst>
          </p:cNvPr>
          <p:cNvSpPr>
            <a:spLocks noGrp="1"/>
          </p:cNvSpPr>
          <p:nvPr>
            <p:ph type="body" idx="1"/>
          </p:nvPr>
        </p:nvSpPr>
        <p:spPr/>
        <p:txBody>
          <a:bodyPr/>
          <a:lstStyle/>
          <a:p>
            <a:r>
              <a:rPr lang="es-ES" dirty="0"/>
              <a:t>Este segundo diagrama similar al visto en anteriores dispositivas muestra la reserva de TFG desde el punto de vista del profesor. (Explicar diagrama)</a:t>
            </a:r>
          </a:p>
        </p:txBody>
      </p:sp>
    </p:spTree>
    <p:extLst>
      <p:ext uri="{BB962C8B-B14F-4D97-AF65-F5344CB8AC3E}">
        <p14:creationId xmlns:p14="http://schemas.microsoft.com/office/powerpoint/2010/main" val="3861399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77850-A7C9-F364-CD86-16C54A5171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871A37-450C-E9C0-C47E-0BB23B1BB4AF}"/>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5D737232-66AA-D535-8BC5-242506CA04A4}"/>
              </a:ext>
            </a:extLst>
          </p:cNvPr>
          <p:cNvSpPr>
            <a:spLocks noGrp="1"/>
          </p:cNvSpPr>
          <p:nvPr>
            <p:ph type="body" idx="1"/>
          </p:nvPr>
        </p:nvSpPr>
        <p:spPr/>
        <p:txBody>
          <a:bodyPr/>
          <a:lstStyle/>
          <a:p>
            <a:r>
              <a:rPr lang="es-ES" dirty="0"/>
              <a:t>Este apartado de diseño es el paso intermedio entre en análisis y el desarrollo. En el diseño se van a establecer un esqueleto del cual nacerá la aplicación. Hablaremos del diseño de base de datos y de la interfaz de la </a:t>
            </a:r>
            <a:r>
              <a:rPr lang="es-ES" dirty="0" err="1"/>
              <a:t>aplcación</a:t>
            </a:r>
            <a:endParaRPr lang="es-ES" dirty="0"/>
          </a:p>
        </p:txBody>
      </p:sp>
    </p:spTree>
    <p:extLst>
      <p:ext uri="{BB962C8B-B14F-4D97-AF65-F5344CB8AC3E}">
        <p14:creationId xmlns:p14="http://schemas.microsoft.com/office/powerpoint/2010/main" val="712509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base de datos se compone de entidades y relaciones. Las entidades principales son las líneas de TFG, las instancias de TFG, los usuarios y los canales. Además, se han agregado entidades que ayudan a relacionar estas entidades principales como son los departamentos, las titulaciones y los centros universitarios.</a:t>
            </a:r>
          </a:p>
        </p:txBody>
      </p:sp>
    </p:spTree>
    <p:extLst>
      <p:ext uri="{BB962C8B-B14F-4D97-AF65-F5344CB8AC3E}">
        <p14:creationId xmlns:p14="http://schemas.microsoft.com/office/powerpoint/2010/main" val="897504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(Explicar como se relacionan las entidades. Basado en la vida real)</a:t>
            </a:r>
          </a:p>
        </p:txBody>
      </p:sp>
    </p:spTree>
    <p:extLst>
      <p:ext uri="{BB962C8B-B14F-4D97-AF65-F5344CB8AC3E}">
        <p14:creationId xmlns:p14="http://schemas.microsoft.com/office/powerpoint/2010/main" val="4144831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diseño de la interfaz final se ha basado en bocetos, los cuales fueron diseñados con las propiedades y características que se buscaban para una aplicación de este estilo. Aun así, en el momento del desarrollo de la web se han cambiado sutilezas de los bocetos.</a:t>
            </a:r>
          </a:p>
          <a:p>
            <a:endParaRPr lang="es-ES" dirty="0"/>
          </a:p>
        </p:txBody>
      </p:sp>
    </p:spTree>
    <p:extLst>
      <p:ext uri="{BB962C8B-B14F-4D97-AF65-F5344CB8AC3E}">
        <p14:creationId xmlns:p14="http://schemas.microsoft.com/office/powerpoint/2010/main" val="13565822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(Explicar el formulario del </a:t>
            </a:r>
            <a:r>
              <a:rPr lang="es-ES" dirty="0" err="1"/>
              <a:t>login</a:t>
            </a:r>
            <a:r>
              <a:rPr lang="es-ES" dirty="0"/>
              <a:t> es muy similar, pero a posteriori se decidió eliminar la opción de registrarse)</a:t>
            </a:r>
          </a:p>
        </p:txBody>
      </p:sp>
    </p:spTree>
    <p:extLst>
      <p:ext uri="{BB962C8B-B14F-4D97-AF65-F5344CB8AC3E}">
        <p14:creationId xmlns:p14="http://schemas.microsoft.com/office/powerpoint/2010/main" val="3137737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(Explicar que se ha intentado seguir el formato de los bocetos y comentar los cambios en colores, acciones y estructura)</a:t>
            </a:r>
          </a:p>
        </p:txBody>
      </p:sp>
    </p:spTree>
    <p:extLst>
      <p:ext uri="{BB962C8B-B14F-4D97-AF65-F5344CB8AC3E}">
        <p14:creationId xmlns:p14="http://schemas.microsoft.com/office/powerpoint/2010/main" val="213822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Se han buscado seguir los principios de usabilidad para cumplir el requisito establecido en la etapa anterior. Entre ellos se ha centrado en un diseño minimalista, sin mostrar información abundante a primera vista, una navegación clara, donde siempre es posible saber en que vista nos encontramos. Una estructura estable donde los componentes con acciones similares siguen un patrón como el ejemplo de búsqueda de entidades. </a:t>
            </a:r>
          </a:p>
        </p:txBody>
      </p:sp>
    </p:spTree>
    <p:extLst>
      <p:ext uri="{BB962C8B-B14F-4D97-AF65-F5344CB8AC3E}">
        <p14:creationId xmlns:p14="http://schemas.microsoft.com/office/powerpoint/2010/main" val="2282396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Al igual que la usabilidad se le ha dado importancia a la accesibilidad, permitiendo modificar la interfaz a gusto del usuario, permitiendo modo claro/oscuro, cambiando el idioma de la aplicación, asegurando contrastes de colores y manteniendo el contenido clave siempre accesible desde un </a:t>
            </a:r>
            <a:r>
              <a:rPr lang="es-ES" dirty="0" err="1"/>
              <a:t>enú</a:t>
            </a:r>
            <a:r>
              <a:rPr lang="es-ES" dirty="0"/>
              <a:t> constante.</a:t>
            </a:r>
          </a:p>
        </p:txBody>
      </p:sp>
    </p:spTree>
    <p:extLst>
      <p:ext uri="{BB962C8B-B14F-4D97-AF65-F5344CB8AC3E}">
        <p14:creationId xmlns:p14="http://schemas.microsoft.com/office/powerpoint/2010/main" val="1094816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aplicación al ser una web progresiva se configura de forma que al estar navegando en ella en un navegador aparece la opción de Instalar la página como aplicación, permitiendo que esta se instale y sea accesible desde los programas de un ordenador o como aplicaciones móviles.</a:t>
            </a:r>
          </a:p>
        </p:txBody>
      </p:sp>
    </p:spTree>
    <p:extLst>
      <p:ext uri="{BB962C8B-B14F-4D97-AF65-F5344CB8AC3E}">
        <p14:creationId xmlns:p14="http://schemas.microsoft.com/office/powerpoint/2010/main" val="3753167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aplicación, con la intención de hacerla una web progresiva se ha contemplado la posibilidad de usar esta aplicación desde otros dispositivos que no sean un ordenador, por tanto, se ha seguido un diseño responsivo para que las vistas se adapten al tamaño de pantalla del usuario.</a:t>
            </a:r>
          </a:p>
        </p:txBody>
      </p:sp>
    </p:spTree>
    <p:extLst>
      <p:ext uri="{BB962C8B-B14F-4D97-AF65-F5344CB8AC3E}">
        <p14:creationId xmlns:p14="http://schemas.microsoft.com/office/powerpoint/2010/main" val="21003709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98DC5-E778-0C29-0209-FDA056B632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FAE53A-509E-FA76-ED34-31F5F191CBC0}"/>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1EED7C9-C6FF-E1D2-3E5A-B79324D30E4A}"/>
              </a:ext>
            </a:extLst>
          </p:cNvPr>
          <p:cNvSpPr>
            <a:spLocks noGrp="1"/>
          </p:cNvSpPr>
          <p:nvPr>
            <p:ph type="body" idx="1"/>
          </p:nvPr>
        </p:nvSpPr>
        <p:spPr/>
        <p:txBody>
          <a:bodyPr/>
          <a:lstStyle/>
          <a:p>
            <a:r>
              <a:rPr lang="es-ES" dirty="0"/>
              <a:t>La etapa de implementación se centra en el desarrollo de la aplicación y sus funcionalidades.</a:t>
            </a:r>
          </a:p>
        </p:txBody>
      </p:sp>
    </p:spTree>
    <p:extLst>
      <p:ext uri="{BB962C8B-B14F-4D97-AF65-F5344CB8AC3E}">
        <p14:creationId xmlns:p14="http://schemas.microsoft.com/office/powerpoint/2010/main" val="734404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Para el desarrollo de la aplicación de </a:t>
            </a:r>
            <a:r>
              <a:rPr lang="es-ES" dirty="0" err="1"/>
              <a:t>Frontend</a:t>
            </a:r>
            <a:r>
              <a:rPr lang="es-ES" dirty="0"/>
              <a:t> se ha seguido una estructura de componentes donde las vistas se dividen en pequeños componentes para poder reutilizarlos en varias vistas y separar las responsabilidades. </a:t>
            </a:r>
          </a:p>
        </p:txBody>
      </p:sp>
    </p:spTree>
    <p:extLst>
      <p:ext uri="{BB962C8B-B14F-4D97-AF65-F5344CB8AC3E}">
        <p14:creationId xmlns:p14="http://schemas.microsoft.com/office/powerpoint/2010/main" val="4000930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Por ejemplo, en esta vista, se ven muchos componentes, unos dentro de otros, pero cada uno con su funcionalidad.</a:t>
            </a:r>
          </a:p>
          <a:p>
            <a:endParaRPr lang="es-ES" dirty="0"/>
          </a:p>
          <a:p>
            <a:r>
              <a:rPr lang="es-ES" dirty="0"/>
              <a:t>(Explicar imagen)</a:t>
            </a:r>
          </a:p>
        </p:txBody>
      </p:sp>
    </p:spTree>
    <p:extLst>
      <p:ext uri="{BB962C8B-B14F-4D97-AF65-F5344CB8AC3E}">
        <p14:creationId xmlns:p14="http://schemas.microsoft.com/office/powerpoint/2010/main" val="1050231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Para la conexión entre servidor y cliente se ha diseñado una Api </a:t>
            </a:r>
            <a:r>
              <a:rPr lang="es-ES" dirty="0" err="1"/>
              <a:t>rest</a:t>
            </a:r>
            <a:r>
              <a:rPr lang="es-ES" dirty="0"/>
              <a:t>, de forma que desde la aplicación se realizan llamadas HTTP que se reciben en el servidor y son procesadas con Controladores y managers.</a:t>
            </a:r>
          </a:p>
          <a:p>
            <a:endParaRPr lang="es-ES" dirty="0"/>
          </a:p>
          <a:p>
            <a:r>
              <a:rPr lang="es-ES" dirty="0"/>
              <a:t>Los controladores se encargan de recibir la peticiones y aplicarle los pasos previos al procesamiento de datos. Revisar estructura, revisar permisos, caducidad del token.</a:t>
            </a:r>
          </a:p>
          <a:p>
            <a:endParaRPr lang="es-ES" dirty="0"/>
          </a:p>
          <a:p>
            <a:r>
              <a:rPr lang="es-ES" dirty="0"/>
              <a:t>Los managers reciben la petición una vez procesada por los controladores y realizan las acciones necesarias en la base de datos</a:t>
            </a:r>
          </a:p>
        </p:txBody>
      </p:sp>
    </p:spTree>
    <p:extLst>
      <p:ext uri="{BB962C8B-B14F-4D97-AF65-F5344CB8AC3E}">
        <p14:creationId xmlns:p14="http://schemas.microsoft.com/office/powerpoint/2010/main" val="1408872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El almacenaje en la base de datos se hace mediante </a:t>
            </a:r>
            <a:r>
              <a:rPr lang="es-ES" dirty="0" err="1"/>
              <a:t>Entity</a:t>
            </a:r>
            <a:r>
              <a:rPr lang="es-ES" dirty="0"/>
              <a:t> Framework que facilita la adaptación del lenguaje SQL a código de C# y proporciona muchas funcionalidades útiles como prevenir inyección dependencias, mantiene las reglas de la base de datos en los propios modelos en el servidor y permite manipular modelo como si fuesen clases definidas en C# simplificando las comprobaciones y actualizaciones de datos. </a:t>
            </a:r>
          </a:p>
        </p:txBody>
      </p:sp>
    </p:spTree>
    <p:extLst>
      <p:ext uri="{BB962C8B-B14F-4D97-AF65-F5344CB8AC3E}">
        <p14:creationId xmlns:p14="http://schemas.microsoft.com/office/powerpoint/2010/main" val="39207411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(Comparar imágenes)</a:t>
            </a:r>
          </a:p>
        </p:txBody>
      </p:sp>
    </p:spTree>
    <p:extLst>
      <p:ext uri="{BB962C8B-B14F-4D97-AF65-F5344CB8AC3E}">
        <p14:creationId xmlns:p14="http://schemas.microsoft.com/office/powerpoint/2010/main" val="3978708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autenticación y autorización se ha gestionado mediante JWT. Estos son unos tokens que contiene información en JSON y guarda el rol, el usuario y la caducidad del token. Estos son generados al hacer el </a:t>
            </a:r>
            <a:r>
              <a:rPr lang="es-ES" dirty="0" err="1"/>
              <a:t>login</a:t>
            </a:r>
            <a:r>
              <a:rPr lang="es-ES" dirty="0"/>
              <a:t> y proporcionan al usuario de permisos en la aplicación, pudiendo habilitar o restringir acciones según el rol. Este es generado y cifrado en el </a:t>
            </a:r>
            <a:r>
              <a:rPr lang="es-ES" dirty="0" err="1"/>
              <a:t>front</a:t>
            </a:r>
            <a:r>
              <a:rPr lang="es-ES" dirty="0"/>
              <a:t> y almacenado en el servidor, de forma que cada vez que se haga una llanada HTTP se incluye este token y el servidor puede conocer quien esta realizando las peticiones</a:t>
            </a:r>
          </a:p>
        </p:txBody>
      </p:sp>
    </p:spTree>
    <p:extLst>
      <p:ext uri="{BB962C8B-B14F-4D97-AF65-F5344CB8AC3E}">
        <p14:creationId xmlns:p14="http://schemas.microsoft.com/office/powerpoint/2010/main" val="15836977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Además de estas funcionalidades se han usado otros servicios auxiliares, como el </a:t>
            </a:r>
            <a:r>
              <a:rPr lang="es-ES" dirty="0" err="1"/>
              <a:t>envio</a:t>
            </a:r>
            <a:r>
              <a:rPr lang="es-ES" dirty="0"/>
              <a:t> de correos para las notificaciones, los interceptores para gestionar las llamadas HTTP en la aplicación, pudiendo gestionar errores HTTP, y agregar la cabecera de autenticación. El uso de guardas para habilitar el acceso a las vistas de la aplicación según el rol. Archivos de configuración para almacenar variables externas al servidor y por último el despliegue de contenedores Docker.</a:t>
            </a:r>
          </a:p>
        </p:txBody>
      </p:sp>
    </p:spTree>
    <p:extLst>
      <p:ext uri="{BB962C8B-B14F-4D97-AF65-F5344CB8AC3E}">
        <p14:creationId xmlns:p14="http://schemas.microsoft.com/office/powerpoint/2010/main" val="9183010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69128-976F-4D93-936C-057EA92077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83A417-2E20-F689-F016-426D6D2FBE1F}"/>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A6D40184-57B5-5C77-0E6A-88F10C37BC15}"/>
              </a:ext>
            </a:extLst>
          </p:cNvPr>
          <p:cNvSpPr>
            <a:spLocks noGrp="1"/>
          </p:cNvSpPr>
          <p:nvPr>
            <p:ph type="body" idx="1"/>
          </p:nvPr>
        </p:nvSpPr>
        <p:spPr/>
        <p:txBody>
          <a:bodyPr/>
          <a:lstStyle/>
          <a:p>
            <a:r>
              <a:rPr lang="es-ES" dirty="0"/>
              <a:t>Para finalizar hablaremos de las pruebas a las que se ha sometido la aplicación y las conclusiones</a:t>
            </a:r>
          </a:p>
        </p:txBody>
      </p:sp>
    </p:spTree>
    <p:extLst>
      <p:ext uri="{BB962C8B-B14F-4D97-AF65-F5344CB8AC3E}">
        <p14:creationId xmlns:p14="http://schemas.microsoft.com/office/powerpoint/2010/main" val="39934410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aplicación ha sido probada por un número reducido de personas por lo tanto, se ha sometido a herramientas que evalúan las webs, en este caso esta herramienta es WAVE que analiza la accesibilidad de la aplicación. En estas pruebas buscamos reducir el número de errores y de errores de contraste. Todas las pruebas realizadas se han hecho teniendo en cuenta las 4 posibles combinaciones de vistas.</a:t>
            </a:r>
          </a:p>
          <a:p>
            <a:endParaRPr lang="es-ES" dirty="0"/>
          </a:p>
        </p:txBody>
      </p:sp>
    </p:spTree>
    <p:extLst>
      <p:ext uri="{BB962C8B-B14F-4D97-AF65-F5344CB8AC3E}">
        <p14:creationId xmlns:p14="http://schemas.microsoft.com/office/powerpoint/2010/main" val="11230152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La siguiente herramienta ha sido </a:t>
            </a:r>
            <a:r>
              <a:rPr lang="es-ES" dirty="0" err="1"/>
              <a:t>Lighthouse</a:t>
            </a:r>
            <a:r>
              <a:rPr lang="es-ES" dirty="0"/>
              <a:t> de Google, que además de la accesibilidad analiza el rendimiento, las buenas prácticas y el SEO de la web. En estas pruebas se han buscado aumentar la puntuación todo lo posible de estos cuatro términos.</a:t>
            </a:r>
          </a:p>
          <a:p>
            <a:endParaRPr lang="es-ES" dirty="0"/>
          </a:p>
          <a:p>
            <a:r>
              <a:rPr lang="es-ES" dirty="0"/>
              <a:t>El rendimiento se ha procurado optimizar todo lo posible teniendo en cuenta que gran parte de la puntuación se ve afectada por el entorno de angular en desarrollo, ya que este genera muchos archivos internos que afectan a la evaluación, pero no pueden ser eliminados, además de que Angular aplica la máxima optimización en los entornos de producción, dejando de lado los entornos de desarrollo como es este caso.</a:t>
            </a:r>
          </a:p>
        </p:txBody>
      </p:sp>
    </p:spTree>
    <p:extLst>
      <p:ext uri="{BB962C8B-B14F-4D97-AF65-F5344CB8AC3E}">
        <p14:creationId xmlns:p14="http://schemas.microsoft.com/office/powerpoint/2010/main" val="12299885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En este proyecto se ha usado el conocimiento aprendido en la carrera con el diseño y arquitectura de aplicaciones web, todo el proceso de ingeniería del software y el diseño consumo de una API </a:t>
            </a:r>
            <a:r>
              <a:rPr lang="es-ES" dirty="0" err="1"/>
              <a:t>Rest</a:t>
            </a:r>
            <a:r>
              <a:rPr lang="es-ES" dirty="0"/>
              <a:t> </a:t>
            </a:r>
          </a:p>
          <a:p>
            <a:endParaRPr lang="es-ES" dirty="0"/>
          </a:p>
          <a:p>
            <a:r>
              <a:rPr lang="es-ES" dirty="0"/>
              <a:t>Y también se han aprendido nuevos temas relacionados con la seguridad y autenticación, despliegues en Docker y la transformación de una Web a una Web progresiva.</a:t>
            </a:r>
          </a:p>
        </p:txBody>
      </p:sp>
    </p:spTree>
    <p:extLst>
      <p:ext uri="{BB962C8B-B14F-4D97-AF65-F5344CB8AC3E}">
        <p14:creationId xmlns:p14="http://schemas.microsoft.com/office/powerpoint/2010/main" val="14058562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dirty="0"/>
              <a:t>Una vez finalizado el proyecto se plantean como mejoras y trabajos futuros la integración con sistemas universitarios reales, aplicar funcionalidades de entornos nativos en progresiva, como notificaciones de escritorio o móvil. Nuevo apartado de estadísticas y hacer pruebas de carga para someter a la aplicación a un gran volumen de usuarios y ver que aspectos podrían mejorar.</a:t>
            </a:r>
          </a:p>
        </p:txBody>
      </p:sp>
    </p:spTree>
    <p:extLst>
      <p:ext uri="{BB962C8B-B14F-4D97-AF65-F5344CB8AC3E}">
        <p14:creationId xmlns:p14="http://schemas.microsoft.com/office/powerpoint/2010/main" val="3220626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3C08-AAA6-C35B-F870-96E88DF68E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6968F5-A42B-0E5D-5EA8-F6F4F7A22D70}"/>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58976C5C-B7C4-8DD7-DE42-6266A8AE843E}"/>
              </a:ext>
            </a:extLst>
          </p:cNvPr>
          <p:cNvSpPr>
            <a:spLocks noGrp="1"/>
          </p:cNvSpPr>
          <p:nvPr>
            <p:ph type="body" idx="1"/>
          </p:nvPr>
        </p:nvSpPr>
        <p:spPr/>
        <p:txBody>
          <a:bodyPr/>
          <a:lstStyle/>
          <a:p>
            <a:endParaRPr lang="es-ES" dirty="0"/>
          </a:p>
        </p:txBody>
      </p:sp>
    </p:spTree>
    <p:extLst>
      <p:ext uri="{BB962C8B-B14F-4D97-AF65-F5344CB8AC3E}">
        <p14:creationId xmlns:p14="http://schemas.microsoft.com/office/powerpoint/2010/main" val="505150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522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AutoShape 1">
            <a:extLst>
              <a:ext uri="{FF2B5EF4-FFF2-40B4-BE49-F238E27FC236}">
                <a16:creationId xmlns:a16="http://schemas.microsoft.com/office/drawing/2014/main" id="{F988EABB-571F-079E-90EF-BB63FC0A3DF5}"/>
              </a:ext>
            </a:extLst>
          </p:cNvPr>
          <p:cNvSpPr>
            <a:spLocks/>
          </p:cNvSpPr>
          <p:nvPr userDrawn="1"/>
        </p:nvSpPr>
        <p:spPr bwMode="auto">
          <a:xfrm flipH="1">
            <a:off x="10521950" y="-31750"/>
            <a:ext cx="13995400" cy="13754100"/>
          </a:xfrm>
          <a:prstGeom prst="rightArrow">
            <a:avLst>
              <a:gd name="adj1" fmla="val 100000"/>
              <a:gd name="adj2" fmla="val 40400"/>
            </a:avLst>
          </a:prstGeom>
          <a:solidFill>
            <a:schemeClr val="accent6">
              <a:lumMod val="75000"/>
            </a:scheme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18" name="Freeform: Shape 15">
            <a:extLst>
              <a:ext uri="{FF2B5EF4-FFF2-40B4-BE49-F238E27FC236}">
                <a16:creationId xmlns:a16="http://schemas.microsoft.com/office/drawing/2014/main" id="{C3C87D84-508A-493E-7ECD-EE608326D202}"/>
              </a:ext>
            </a:extLst>
          </p:cNvPr>
          <p:cNvSpPr>
            <a:spLocks/>
          </p:cNvSpPr>
          <p:nvPr userDrawn="1"/>
        </p:nvSpPr>
        <p:spPr bwMode="auto">
          <a:xfrm>
            <a:off x="4643827" y="-94705"/>
            <a:ext cx="9451968" cy="5836693"/>
          </a:xfrm>
          <a:custGeom>
            <a:avLst/>
            <a:gdLst>
              <a:gd name="connsiteX0" fmla="*/ 0 w 9451968"/>
              <a:gd name="connsiteY0" fmla="*/ 0 h 5836693"/>
              <a:gd name="connsiteX1" fmla="*/ 9451968 w 9451968"/>
              <a:gd name="connsiteY1" fmla="*/ 0 h 5836693"/>
              <a:gd name="connsiteX2" fmla="*/ 4873092 w 9451968"/>
              <a:gd name="connsiteY2" fmla="*/ 5836693 h 5836693"/>
            </a:gdLst>
            <a:ahLst/>
            <a:cxnLst>
              <a:cxn ang="0">
                <a:pos x="connsiteX0" y="connsiteY0"/>
              </a:cxn>
              <a:cxn ang="0">
                <a:pos x="connsiteX1" y="connsiteY1"/>
              </a:cxn>
              <a:cxn ang="0">
                <a:pos x="connsiteX2" y="connsiteY2"/>
              </a:cxn>
            </a:cxnLst>
            <a:rect l="l" t="t" r="r" b="b"/>
            <a:pathLst>
              <a:path w="9451968" h="5836693">
                <a:moveTo>
                  <a:pt x="0" y="0"/>
                </a:moveTo>
                <a:lnTo>
                  <a:pt x="9451968" y="0"/>
                </a:lnTo>
                <a:lnTo>
                  <a:pt x="4873092" y="5836693"/>
                </a:lnTo>
                <a:close/>
              </a:path>
            </a:pathLst>
          </a:custGeom>
          <a:solidFill>
            <a:schemeClr val="accent6"/>
          </a:solidFill>
          <a:ln w="25400" cap="flat" cmpd="sng">
            <a:solidFill>
              <a:srgbClr val="000000">
                <a:alpha val="0"/>
              </a:srgbClr>
            </a:solidFill>
            <a:prstDash val="solid"/>
            <a:miter lim="0"/>
            <a:headEnd/>
            <a:tailEnd/>
          </a:ln>
          <a:effectLst/>
        </p:spPr>
        <p:txBody>
          <a:bodyPr wrap="square" lIns="0" tIns="0" rIns="0" bIns="0" anchor="ctr">
            <a:noAutofit/>
          </a:bodyPr>
          <a:lstStyle/>
          <a:p>
            <a:endParaRPr lang="en-US"/>
          </a:p>
        </p:txBody>
      </p:sp>
      <p:sp>
        <p:nvSpPr>
          <p:cNvPr id="20" name="Freeform: Shape 18">
            <a:extLst>
              <a:ext uri="{FF2B5EF4-FFF2-40B4-BE49-F238E27FC236}">
                <a16:creationId xmlns:a16="http://schemas.microsoft.com/office/drawing/2014/main" id="{0936A689-9C4C-4597-B33E-6C01B8FF7363}"/>
              </a:ext>
            </a:extLst>
          </p:cNvPr>
          <p:cNvSpPr>
            <a:spLocks/>
          </p:cNvSpPr>
          <p:nvPr userDrawn="1"/>
        </p:nvSpPr>
        <p:spPr bwMode="auto">
          <a:xfrm rot="10800000">
            <a:off x="-45085" y="8357164"/>
            <a:ext cx="4575810" cy="5507269"/>
          </a:xfrm>
          <a:custGeom>
            <a:avLst/>
            <a:gdLst>
              <a:gd name="connsiteX0" fmla="*/ 4575810 w 4575810"/>
              <a:gd name="connsiteY0" fmla="*/ 5507269 h 5507269"/>
              <a:gd name="connsiteX1" fmla="*/ 0 w 4575810"/>
              <a:gd name="connsiteY1" fmla="*/ 24450 h 5507269"/>
              <a:gd name="connsiteX2" fmla="*/ 4575810 w 4575810"/>
              <a:gd name="connsiteY2" fmla="*/ 0 h 5507269"/>
            </a:gdLst>
            <a:ahLst/>
            <a:cxnLst>
              <a:cxn ang="0">
                <a:pos x="connsiteX0" y="connsiteY0"/>
              </a:cxn>
              <a:cxn ang="0">
                <a:pos x="connsiteX1" y="connsiteY1"/>
              </a:cxn>
              <a:cxn ang="0">
                <a:pos x="connsiteX2" y="connsiteY2"/>
              </a:cxn>
            </a:cxnLst>
            <a:rect l="l" t="t" r="r" b="b"/>
            <a:pathLst>
              <a:path w="4575810" h="5507269">
                <a:moveTo>
                  <a:pt x="4575810" y="5507269"/>
                </a:moveTo>
                <a:lnTo>
                  <a:pt x="0" y="24450"/>
                </a:lnTo>
                <a:lnTo>
                  <a:pt x="4575810" y="0"/>
                </a:lnTo>
                <a:close/>
              </a:path>
            </a:pathLst>
          </a:custGeom>
          <a:solidFill>
            <a:schemeClr val="accent6">
              <a:lumMod val="75000"/>
            </a:schemeClr>
          </a:solidFill>
          <a:ln w="25400" cap="flat" cmpd="sng">
            <a:solidFill>
              <a:srgbClr val="000000">
                <a:alpha val="0"/>
              </a:srgbClr>
            </a:solidFill>
            <a:prstDash val="solid"/>
            <a:miter lim="0"/>
            <a:headEnd/>
            <a:tailEnd/>
          </a:ln>
          <a:effectLst/>
        </p:spPr>
        <p:txBody>
          <a:bodyPr wrap="square" lIns="0" tIns="0" rIns="0" bIns="0" anchor="ctr">
            <a:noAutofit/>
          </a:bodyPr>
          <a:lstStyle/>
          <a:p>
            <a:endParaRPr lang="en-US"/>
          </a:p>
        </p:txBody>
      </p:sp>
      <p:sp>
        <p:nvSpPr>
          <p:cNvPr id="21" name="Freeform: Shape 22">
            <a:extLst>
              <a:ext uri="{FF2B5EF4-FFF2-40B4-BE49-F238E27FC236}">
                <a16:creationId xmlns:a16="http://schemas.microsoft.com/office/drawing/2014/main" id="{9CFB45FD-65AD-B3F7-3349-423C81E4D569}"/>
              </a:ext>
            </a:extLst>
          </p:cNvPr>
          <p:cNvSpPr>
            <a:spLocks noGrp="1"/>
          </p:cNvSpPr>
          <p:nvPr>
            <p:ph type="pic" sz="quarter" idx="12"/>
          </p:nvPr>
        </p:nvSpPr>
        <p:spPr>
          <a:xfrm>
            <a:off x="0" y="88900"/>
            <a:ext cx="15909492" cy="13589000"/>
          </a:xfrm>
          <a:custGeom>
            <a:avLst/>
            <a:gdLst>
              <a:gd name="connsiteX0" fmla="*/ 0 w 15909492"/>
              <a:gd name="connsiteY0" fmla="*/ 0 h 13512799"/>
              <a:gd name="connsiteX1" fmla="*/ 4735141 w 15909492"/>
              <a:gd name="connsiteY1" fmla="*/ 0 h 13512799"/>
              <a:gd name="connsiteX2" fmla="*/ 9523902 w 15909492"/>
              <a:gd name="connsiteY2" fmla="*/ 5735689 h 13512799"/>
              <a:gd name="connsiteX3" fmla="*/ 9526190 w 15909492"/>
              <a:gd name="connsiteY3" fmla="*/ 5732773 h 13512799"/>
              <a:gd name="connsiteX4" fmla="*/ 15909492 w 15909492"/>
              <a:gd name="connsiteY4" fmla="*/ 13414475 h 13512799"/>
              <a:gd name="connsiteX5" fmla="*/ 15909492 w 15909492"/>
              <a:gd name="connsiteY5" fmla="*/ 13512799 h 13512799"/>
              <a:gd name="connsiteX6" fmla="*/ 4521761 w 15909492"/>
              <a:gd name="connsiteY6" fmla="*/ 13512799 h 13512799"/>
              <a:gd name="connsiteX7" fmla="*/ 0 w 15909492"/>
              <a:gd name="connsiteY7" fmla="*/ 8175016 h 1351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9492" h="13512799">
                <a:moveTo>
                  <a:pt x="0" y="0"/>
                </a:moveTo>
                <a:lnTo>
                  <a:pt x="4735141" y="0"/>
                </a:lnTo>
                <a:lnTo>
                  <a:pt x="9523902" y="5735689"/>
                </a:lnTo>
                <a:lnTo>
                  <a:pt x="9526190" y="5732773"/>
                </a:lnTo>
                <a:lnTo>
                  <a:pt x="15909492" y="13414475"/>
                </a:lnTo>
                <a:lnTo>
                  <a:pt x="15909492" y="13512799"/>
                </a:lnTo>
                <a:lnTo>
                  <a:pt x="4521761" y="13512799"/>
                </a:lnTo>
                <a:lnTo>
                  <a:pt x="0" y="8175016"/>
                </a:lnTo>
                <a:close/>
              </a:path>
            </a:pathLst>
          </a:custGeom>
        </p:spPr>
        <p:txBody>
          <a:bodyPr wrap="square">
            <a:noAutofit/>
          </a:bodyPr>
          <a:lstStyle/>
          <a:p>
            <a:endParaRPr lang="en-US"/>
          </a:p>
        </p:txBody>
      </p:sp>
      <p:sp>
        <p:nvSpPr>
          <p:cNvPr id="22" name="Text Placeholder 9">
            <a:extLst>
              <a:ext uri="{FF2B5EF4-FFF2-40B4-BE49-F238E27FC236}">
                <a16:creationId xmlns:a16="http://schemas.microsoft.com/office/drawing/2014/main" id="{7A510E6B-FA2E-5197-55FE-9D5C705E8702}"/>
              </a:ext>
            </a:extLst>
          </p:cNvPr>
          <p:cNvSpPr>
            <a:spLocks noGrp="1"/>
          </p:cNvSpPr>
          <p:nvPr>
            <p:ph type="body" sz="quarter" idx="13" hasCustomPrompt="1"/>
          </p:nvPr>
        </p:nvSpPr>
        <p:spPr>
          <a:xfrm>
            <a:off x="15000288" y="5741988"/>
            <a:ext cx="9001125" cy="3636962"/>
          </a:xfrm>
          <a:prstGeom prst="rect">
            <a:avLst/>
          </a:prstGeom>
          <a:effectLst>
            <a:outerShdw blurRad="50800" dist="203200" dir="13500000" algn="br" rotWithShape="0">
              <a:prstClr val="black">
                <a:alpha val="88000"/>
              </a:prstClr>
            </a:outerShdw>
          </a:effectLst>
        </p:spPr>
        <p:txBody>
          <a:bodyPr anchor="ctr"/>
          <a:lstStyle>
            <a:lvl1pPr algn="ctr">
              <a:defRPr sz="10000">
                <a:solidFill>
                  <a:schemeClr val="bg1"/>
                </a:solidFill>
                <a:latin typeface="Roboto Black" panose="02000000000000000000" pitchFamily="2" charset="0"/>
                <a:ea typeface="Roboto Black" panose="02000000000000000000" pitchFamily="2" charset="0"/>
                <a:cs typeface="Lato" panose="020F0502020204030203" pitchFamily="34" charset="0"/>
              </a:defRPr>
            </a:lvl1pPr>
            <a:lvl2pPr algn="ctr">
              <a:defRPr sz="10000">
                <a:solidFill>
                  <a:schemeClr val="bg1"/>
                </a:solidFill>
                <a:latin typeface="Lato" panose="020F0502020204030203" pitchFamily="34" charset="0"/>
                <a:ea typeface="Lato" panose="020F0502020204030203" pitchFamily="34" charset="0"/>
                <a:cs typeface="Lato" panose="020F0502020204030203" pitchFamily="34" charset="0"/>
              </a:defRPr>
            </a:lvl2pPr>
          </a:lstStyle>
          <a:p>
            <a:pPr lvl="0"/>
            <a:r>
              <a:rPr lang="en-US" dirty="0"/>
              <a:t>EDIT TEXT</a:t>
            </a:r>
          </a:p>
          <a:p>
            <a:pPr lvl="1"/>
            <a:endParaRPr lang="en-US" dirty="0"/>
          </a:p>
        </p:txBody>
      </p:sp>
      <p:sp>
        <p:nvSpPr>
          <p:cNvPr id="25" name="AutoShape 2">
            <a:extLst>
              <a:ext uri="{FF2B5EF4-FFF2-40B4-BE49-F238E27FC236}">
                <a16:creationId xmlns:a16="http://schemas.microsoft.com/office/drawing/2014/main" id="{751C06C4-AC5C-7895-8C2E-EC610ED07A64}"/>
              </a:ext>
            </a:extLst>
          </p:cNvPr>
          <p:cNvSpPr>
            <a:spLocks/>
          </p:cNvSpPr>
          <p:nvPr userDrawn="1"/>
        </p:nvSpPr>
        <p:spPr bwMode="auto">
          <a:xfrm>
            <a:off x="9686032" y="-97633"/>
            <a:ext cx="6121400" cy="6858000"/>
          </a:xfrm>
          <a:custGeom>
            <a:avLst/>
            <a:gdLst>
              <a:gd name="T0" fmla="*/ 3060700 w 21600"/>
              <a:gd name="T1" fmla="*/ 3429000 h 21600"/>
              <a:gd name="T2" fmla="*/ 3060700 w 21600"/>
              <a:gd name="T3" fmla="*/ 3429000 h 21600"/>
              <a:gd name="T4" fmla="*/ 3060700 w 21600"/>
              <a:gd name="T5" fmla="*/ 3429000 h 21600"/>
              <a:gd name="T6" fmla="*/ 3060700 w 21600"/>
              <a:gd name="T7" fmla="*/ 3429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19470"/>
                </a:moveTo>
                <a:lnTo>
                  <a:pt x="2026" y="21600"/>
                </a:lnTo>
                <a:lnTo>
                  <a:pt x="21599" y="0"/>
                </a:lnTo>
                <a:lnTo>
                  <a:pt x="17049" y="40"/>
                </a:lnTo>
                <a:lnTo>
                  <a:pt x="0" y="19470"/>
                </a:ln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Tree>
    <p:extLst>
      <p:ext uri="{BB962C8B-B14F-4D97-AF65-F5344CB8AC3E}">
        <p14:creationId xmlns:p14="http://schemas.microsoft.com/office/powerpoint/2010/main" val="2169459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0.33496 -0.73263 L -1.35417E-6 -4.07407E-6 " pathEditMode="relative" rAng="0" ptsTypes="AA">
                                      <p:cBhvr>
                                        <p:cTn id="9" dur="2000" fill="hold"/>
                                        <p:tgtEl>
                                          <p:spTgt spid="25"/>
                                        </p:tgtEl>
                                        <p:attrNameLst>
                                          <p:attrName>ppt_x</p:attrName>
                                          <p:attrName>ppt_y</p:attrName>
                                        </p:attrNameLst>
                                      </p:cBhvr>
                                      <p:rCtr x="-16751" y="366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5"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200400" y="5524500"/>
            <a:ext cx="3556000" cy="38735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15" name="AutoShape 22"/>
          <p:cNvSpPr>
            <a:spLocks/>
          </p:cNvSpPr>
          <p:nvPr userDrawn="1"/>
        </p:nvSpPr>
        <p:spPr bwMode="auto">
          <a:xfrm>
            <a:off x="3594100" y="93472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16" name="AutoShape 23"/>
          <p:cNvSpPr>
            <a:spLocks/>
          </p:cNvSpPr>
          <p:nvPr userDrawn="1"/>
        </p:nvSpPr>
        <p:spPr bwMode="auto">
          <a:xfrm>
            <a:off x="8534400" y="93472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17" name="AutoShape 24"/>
          <p:cNvSpPr>
            <a:spLocks/>
          </p:cNvSpPr>
          <p:nvPr userDrawn="1"/>
        </p:nvSpPr>
        <p:spPr bwMode="auto">
          <a:xfrm>
            <a:off x="13271500" y="93472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18" name="AutoShape 25"/>
          <p:cNvSpPr>
            <a:spLocks/>
          </p:cNvSpPr>
          <p:nvPr userDrawn="1"/>
        </p:nvSpPr>
        <p:spPr bwMode="auto">
          <a:xfrm>
            <a:off x="17919700" y="93472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20" name="Picture Placeholder 19"/>
          <p:cNvSpPr>
            <a:spLocks noGrp="1"/>
          </p:cNvSpPr>
          <p:nvPr>
            <p:ph type="pic" sz="quarter" idx="10"/>
          </p:nvPr>
        </p:nvSpPr>
        <p:spPr>
          <a:xfrm>
            <a:off x="3594100" y="5777880"/>
            <a:ext cx="2768600" cy="3061320"/>
          </a:xfrm>
          <a:prstGeom prst="rect">
            <a:avLst/>
          </a:prstGeom>
        </p:spPr>
        <p:txBody>
          <a:bodyPr/>
          <a:lstStyle/>
          <a:p>
            <a:endParaRPr lang="en-US" dirty="0"/>
          </a:p>
        </p:txBody>
      </p:sp>
      <p:pic>
        <p:nvPicPr>
          <p:cNvPr id="21"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68353" y="5471966"/>
            <a:ext cx="3556000" cy="38735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22" name="Picture Placeholder 19"/>
          <p:cNvSpPr>
            <a:spLocks noGrp="1"/>
          </p:cNvSpPr>
          <p:nvPr>
            <p:ph type="pic" sz="quarter" idx="11"/>
          </p:nvPr>
        </p:nvSpPr>
        <p:spPr>
          <a:xfrm>
            <a:off x="8562053" y="5725346"/>
            <a:ext cx="2768600" cy="3061320"/>
          </a:xfrm>
          <a:prstGeom prst="rect">
            <a:avLst/>
          </a:prstGeom>
        </p:spPr>
        <p:txBody>
          <a:bodyPr/>
          <a:lstStyle/>
          <a:p>
            <a:endParaRPr lang="en-US"/>
          </a:p>
        </p:txBody>
      </p:sp>
      <p:pic>
        <p:nvPicPr>
          <p:cNvPr id="2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877800" y="5546184"/>
            <a:ext cx="3556000" cy="38735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24" name="Picture Placeholder 19"/>
          <p:cNvSpPr>
            <a:spLocks noGrp="1"/>
          </p:cNvSpPr>
          <p:nvPr>
            <p:ph type="pic" sz="quarter" idx="12"/>
          </p:nvPr>
        </p:nvSpPr>
        <p:spPr>
          <a:xfrm>
            <a:off x="13271500" y="5799564"/>
            <a:ext cx="2768600" cy="3061320"/>
          </a:xfrm>
          <a:prstGeom prst="rect">
            <a:avLst/>
          </a:prstGeom>
        </p:spPr>
        <p:txBody>
          <a:bodyPr/>
          <a:lstStyle/>
          <a:p>
            <a:endParaRPr lang="en-US"/>
          </a:p>
        </p:txBody>
      </p:sp>
      <p:pic>
        <p:nvPicPr>
          <p:cNvPr id="25"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526000" y="5524500"/>
            <a:ext cx="3556000" cy="38735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26" name="Picture Placeholder 19"/>
          <p:cNvSpPr>
            <a:spLocks noGrp="1"/>
          </p:cNvSpPr>
          <p:nvPr>
            <p:ph type="pic" sz="quarter" idx="13"/>
          </p:nvPr>
        </p:nvSpPr>
        <p:spPr>
          <a:xfrm>
            <a:off x="17919700" y="5777880"/>
            <a:ext cx="2768600" cy="3061320"/>
          </a:xfrm>
          <a:prstGeom prst="rect">
            <a:avLst/>
          </a:prstGeom>
        </p:spPr>
        <p:txBody>
          <a:bodyPr/>
          <a:lstStyle/>
          <a:p>
            <a:endParaRPr lang="en-US"/>
          </a:p>
        </p:txBody>
      </p:sp>
    </p:spTree>
    <p:extLst>
      <p:ext uri="{BB962C8B-B14F-4D97-AF65-F5344CB8AC3E}">
        <p14:creationId xmlns:p14="http://schemas.microsoft.com/office/powerpoint/2010/main" val="217262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AutoShape 9"/>
          <p:cNvSpPr>
            <a:spLocks/>
          </p:cNvSpPr>
          <p:nvPr userDrawn="1"/>
        </p:nvSpPr>
        <p:spPr bwMode="auto">
          <a:xfrm>
            <a:off x="4064000" y="86741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12" name="AutoShape 14"/>
          <p:cNvSpPr>
            <a:spLocks/>
          </p:cNvSpPr>
          <p:nvPr userDrawn="1"/>
        </p:nvSpPr>
        <p:spPr bwMode="auto">
          <a:xfrm>
            <a:off x="9740900" y="62230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17" name="AutoShape 19"/>
          <p:cNvSpPr>
            <a:spLocks/>
          </p:cNvSpPr>
          <p:nvPr userDrawn="1"/>
        </p:nvSpPr>
        <p:spPr bwMode="auto">
          <a:xfrm>
            <a:off x="13855700" y="62230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22" name="AutoShape 24"/>
          <p:cNvSpPr>
            <a:spLocks/>
          </p:cNvSpPr>
          <p:nvPr userDrawn="1"/>
        </p:nvSpPr>
        <p:spPr bwMode="auto">
          <a:xfrm>
            <a:off x="17995900" y="62230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30" name="AutoShape 32"/>
          <p:cNvSpPr>
            <a:spLocks/>
          </p:cNvSpPr>
          <p:nvPr userDrawn="1"/>
        </p:nvSpPr>
        <p:spPr bwMode="auto">
          <a:xfrm>
            <a:off x="9740900" y="112268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35" name="AutoShape 37"/>
          <p:cNvSpPr>
            <a:spLocks/>
          </p:cNvSpPr>
          <p:nvPr userDrawn="1"/>
        </p:nvSpPr>
        <p:spPr bwMode="auto">
          <a:xfrm>
            <a:off x="13855700" y="112268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0" name="AutoShape 42"/>
          <p:cNvSpPr>
            <a:spLocks/>
          </p:cNvSpPr>
          <p:nvPr userDrawn="1"/>
        </p:nvSpPr>
        <p:spPr bwMode="auto">
          <a:xfrm>
            <a:off x="17995900" y="11226800"/>
            <a:ext cx="2768600" cy="346075"/>
          </a:xfrm>
          <a:custGeom>
            <a:avLst/>
            <a:gdLst>
              <a:gd name="T0" fmla="*/ 1384300 w 21600"/>
              <a:gd name="T1" fmla="*/ 173038 h 21600"/>
              <a:gd name="T2" fmla="*/ 1384300 w 21600"/>
              <a:gd name="T3" fmla="*/ 173038 h 21600"/>
              <a:gd name="T4" fmla="*/ 1384300 w 21600"/>
              <a:gd name="T5" fmla="*/ 173038 h 21600"/>
              <a:gd name="T6" fmla="*/ 1384300 w 21600"/>
              <a:gd name="T7" fmla="*/ 17303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800" y="0"/>
                </a:moveTo>
                <a:cubicBezTo>
                  <a:pt x="4835" y="0"/>
                  <a:pt x="0" y="708"/>
                  <a:pt x="0" y="1581"/>
                </a:cubicBezTo>
                <a:cubicBezTo>
                  <a:pt x="0" y="2345"/>
                  <a:pt x="3966" y="2891"/>
                  <a:pt x="8883" y="3039"/>
                </a:cubicBezTo>
                <a:lnTo>
                  <a:pt x="10750" y="21599"/>
                </a:lnTo>
                <a:lnTo>
                  <a:pt x="12614" y="3039"/>
                </a:lnTo>
                <a:cubicBezTo>
                  <a:pt x="17587" y="2898"/>
                  <a:pt x="21599" y="2351"/>
                  <a:pt x="21599" y="1581"/>
                </a:cubicBezTo>
                <a:cubicBezTo>
                  <a:pt x="21599" y="708"/>
                  <a:pt x="16764" y="0"/>
                  <a:pt x="10800" y="0"/>
                </a:cubicBezTo>
                <a:close/>
              </a:path>
            </a:pathLst>
          </a:custGeom>
          <a:solidFill>
            <a:schemeClr val="accent4"/>
          </a:solidFill>
          <a:ln w="25400" cap="flat" cmpd="sng">
            <a:solidFill>
              <a:srgbClr val="000000">
                <a:alpha val="0"/>
              </a:srgbClr>
            </a:solidFill>
            <a:prstDash val="solid"/>
            <a:miter lim="0"/>
            <a:headEnd/>
            <a:tailEnd/>
          </a:ln>
          <a:effectLst/>
        </p:spPr>
        <p:txBody>
          <a:bodyPr lIns="0" tIns="0" rIns="0" bIns="0" anchor="ctr"/>
          <a:lstStyle/>
          <a:p>
            <a:endParaRPr lang="en-US"/>
          </a:p>
        </p:txBody>
      </p:sp>
      <p:pic>
        <p:nvPicPr>
          <p:cNvPr id="45"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17063" y="2685257"/>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6" name="Picture Placeholder 19"/>
          <p:cNvSpPr>
            <a:spLocks noGrp="1"/>
          </p:cNvSpPr>
          <p:nvPr>
            <p:ph type="pic" sz="quarter" idx="10"/>
          </p:nvPr>
        </p:nvSpPr>
        <p:spPr>
          <a:xfrm>
            <a:off x="9910763" y="2938637"/>
            <a:ext cx="2410542" cy="2706883"/>
          </a:xfrm>
          <a:prstGeom prst="rect">
            <a:avLst/>
          </a:prstGeom>
        </p:spPr>
        <p:txBody>
          <a:bodyPr/>
          <a:lstStyle/>
          <a:p>
            <a:endParaRPr lang="en-US" dirty="0"/>
          </a:p>
        </p:txBody>
      </p:sp>
      <p:pic>
        <p:nvPicPr>
          <p:cNvPr id="47"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652484" y="2712370"/>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48" name="Picture Placeholder 19"/>
          <p:cNvSpPr>
            <a:spLocks noGrp="1"/>
          </p:cNvSpPr>
          <p:nvPr>
            <p:ph type="pic" sz="quarter" idx="11"/>
          </p:nvPr>
        </p:nvSpPr>
        <p:spPr>
          <a:xfrm>
            <a:off x="14046184" y="2965750"/>
            <a:ext cx="2410542" cy="2706883"/>
          </a:xfrm>
          <a:prstGeom prst="rect">
            <a:avLst/>
          </a:prstGeom>
        </p:spPr>
        <p:txBody>
          <a:bodyPr/>
          <a:lstStyle/>
          <a:p>
            <a:endParaRPr lang="en-US" dirty="0"/>
          </a:p>
        </p:txBody>
      </p:sp>
      <p:pic>
        <p:nvPicPr>
          <p:cNvPr id="49"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703800" y="2743237"/>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0" name="Picture Placeholder 19"/>
          <p:cNvSpPr>
            <a:spLocks noGrp="1"/>
          </p:cNvSpPr>
          <p:nvPr>
            <p:ph type="pic" sz="quarter" idx="12"/>
          </p:nvPr>
        </p:nvSpPr>
        <p:spPr>
          <a:xfrm>
            <a:off x="18097500" y="2996617"/>
            <a:ext cx="2410542" cy="2706883"/>
          </a:xfrm>
          <a:prstGeom prst="rect">
            <a:avLst/>
          </a:prstGeom>
        </p:spPr>
        <p:txBody>
          <a:bodyPr/>
          <a:lstStyle/>
          <a:p>
            <a:endParaRPr lang="en-US" dirty="0"/>
          </a:p>
        </p:txBody>
      </p:sp>
      <p:pic>
        <p:nvPicPr>
          <p:cNvPr id="51"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578258" y="7767960"/>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2" name="Picture Placeholder 19"/>
          <p:cNvSpPr>
            <a:spLocks noGrp="1"/>
          </p:cNvSpPr>
          <p:nvPr>
            <p:ph type="pic" sz="quarter" idx="13"/>
          </p:nvPr>
        </p:nvSpPr>
        <p:spPr>
          <a:xfrm>
            <a:off x="9971958" y="8021340"/>
            <a:ext cx="2410542" cy="2706883"/>
          </a:xfrm>
          <a:prstGeom prst="rect">
            <a:avLst/>
          </a:prstGeom>
        </p:spPr>
        <p:txBody>
          <a:bodyPr/>
          <a:lstStyle/>
          <a:p>
            <a:endParaRPr lang="en-US" dirty="0"/>
          </a:p>
        </p:txBody>
      </p:sp>
      <p:pic>
        <p:nvPicPr>
          <p:cNvPr id="53"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652484" y="7767960"/>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4" name="Picture Placeholder 19"/>
          <p:cNvSpPr>
            <a:spLocks noGrp="1"/>
          </p:cNvSpPr>
          <p:nvPr>
            <p:ph type="pic" sz="quarter" idx="14"/>
          </p:nvPr>
        </p:nvSpPr>
        <p:spPr>
          <a:xfrm>
            <a:off x="14046184" y="8021340"/>
            <a:ext cx="2410542" cy="2706883"/>
          </a:xfrm>
          <a:prstGeom prst="rect">
            <a:avLst/>
          </a:prstGeom>
        </p:spPr>
        <p:txBody>
          <a:bodyPr/>
          <a:lstStyle/>
          <a:p>
            <a:endParaRPr lang="en-US" dirty="0"/>
          </a:p>
        </p:txBody>
      </p:sp>
      <p:pic>
        <p:nvPicPr>
          <p:cNvPr id="55"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949161" y="7767960"/>
            <a:ext cx="3144290" cy="342503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6" name="Picture Placeholder 19"/>
          <p:cNvSpPr>
            <a:spLocks noGrp="1"/>
          </p:cNvSpPr>
          <p:nvPr>
            <p:ph type="pic" sz="quarter" idx="15"/>
          </p:nvPr>
        </p:nvSpPr>
        <p:spPr>
          <a:xfrm>
            <a:off x="18342861" y="8021340"/>
            <a:ext cx="2410542" cy="2706883"/>
          </a:xfrm>
          <a:prstGeom prst="rect">
            <a:avLst/>
          </a:prstGeom>
        </p:spPr>
        <p:txBody>
          <a:bodyPr/>
          <a:lstStyle/>
          <a:p>
            <a:endParaRPr lang="en-US" dirty="0"/>
          </a:p>
        </p:txBody>
      </p:sp>
      <p:pic>
        <p:nvPicPr>
          <p:cNvPr id="57"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76626" y="4175252"/>
            <a:ext cx="4098986" cy="446496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8" name="Picture Placeholder 19"/>
          <p:cNvSpPr>
            <a:spLocks noGrp="1"/>
          </p:cNvSpPr>
          <p:nvPr>
            <p:ph type="pic" sz="quarter" idx="16"/>
          </p:nvPr>
        </p:nvSpPr>
        <p:spPr>
          <a:xfrm>
            <a:off x="3928035" y="4428633"/>
            <a:ext cx="2996168" cy="3528770"/>
          </a:xfrm>
          <a:prstGeom prst="rect">
            <a:avLst/>
          </a:prstGeom>
        </p:spPr>
        <p:txBody>
          <a:bodyPr/>
          <a:lstStyle/>
          <a:p>
            <a:endParaRPr lang="en-US" dirty="0"/>
          </a:p>
        </p:txBody>
      </p:sp>
    </p:spTree>
    <p:extLst>
      <p:ext uri="{BB962C8B-B14F-4D97-AF65-F5344CB8AC3E}">
        <p14:creationId xmlns:p14="http://schemas.microsoft.com/office/powerpoint/2010/main" val="295849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dissolve">
                                      <p:cBhvr>
                                        <p:cTn id="23" dur="500"/>
                                        <p:tgtEl>
                                          <p:spTgt spid="30"/>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dissolve">
                                      <p:cBhvr>
                                        <p:cTn id="27" dur="500"/>
                                        <p:tgtEl>
                                          <p:spTgt spid="35"/>
                                        </p:tgtEl>
                                      </p:cBhvr>
                                    </p:animEffect>
                                  </p:childTnLst>
                                </p:cTn>
                              </p:par>
                            </p:childTnLst>
                          </p:cTn>
                        </p:par>
                        <p:par>
                          <p:cTn id="28" fill="hold">
                            <p:stCondLst>
                              <p:cond delay="3000"/>
                            </p:stCondLst>
                            <p:childTnLst>
                              <p:par>
                                <p:cTn id="29" presetID="9" presetClass="entr" presetSubtype="0"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dissolve">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4" name="Picture 7" descr="mockup_0018_iMac-_FRONT.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677900" y="4824413"/>
            <a:ext cx="8559800" cy="79136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7" name="Picture Placeholder 6"/>
          <p:cNvSpPr>
            <a:spLocks noGrp="1"/>
          </p:cNvSpPr>
          <p:nvPr>
            <p:ph type="pic" sz="quarter" idx="10"/>
          </p:nvPr>
        </p:nvSpPr>
        <p:spPr>
          <a:xfrm>
            <a:off x="13992200" y="5202238"/>
            <a:ext cx="7920880" cy="4392066"/>
          </a:xfrm>
          <a:prstGeom prst="rect">
            <a:avLst/>
          </a:prstGeom>
        </p:spPr>
        <p:txBody>
          <a:bodyPr/>
          <a:lstStyle/>
          <a:p>
            <a:endParaRPr lang="en-US"/>
          </a:p>
        </p:txBody>
      </p:sp>
    </p:spTree>
    <p:extLst>
      <p:ext uri="{BB962C8B-B14F-4D97-AF65-F5344CB8AC3E}">
        <p14:creationId xmlns:p14="http://schemas.microsoft.com/office/powerpoint/2010/main" val="199166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7" descr="mockup_0014_iPad_FRONT_black.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75888" y="4381500"/>
            <a:ext cx="5449887" cy="87709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pic>
        <p:nvPicPr>
          <p:cNvPr id="7" name="Picture 10" descr="mockup_0006_iPhone_-FRONT_black.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77238" y="6584950"/>
            <a:ext cx="3052762" cy="64389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10" name="Picture Placeholder 9"/>
          <p:cNvSpPr>
            <a:spLocks noGrp="1"/>
          </p:cNvSpPr>
          <p:nvPr>
            <p:ph type="pic" sz="quarter" idx="10"/>
          </p:nvPr>
        </p:nvSpPr>
        <p:spPr>
          <a:xfrm>
            <a:off x="8736013" y="7434263"/>
            <a:ext cx="2447925" cy="4319587"/>
          </a:xfrm>
          <a:prstGeom prst="rect">
            <a:avLst/>
          </a:prstGeom>
        </p:spPr>
        <p:txBody>
          <a:bodyPr/>
          <a:lstStyle/>
          <a:p>
            <a:endParaRPr lang="en-US"/>
          </a:p>
        </p:txBody>
      </p:sp>
      <p:sp>
        <p:nvSpPr>
          <p:cNvPr id="13" name="Freeform: Shape 12"/>
          <p:cNvSpPr>
            <a:spLocks noGrp="1"/>
          </p:cNvSpPr>
          <p:nvPr>
            <p:ph type="pic" sz="quarter" idx="11"/>
          </p:nvPr>
        </p:nvSpPr>
        <p:spPr>
          <a:xfrm>
            <a:off x="10634663" y="5145881"/>
            <a:ext cx="4725689" cy="6176615"/>
          </a:xfrm>
          <a:custGeom>
            <a:avLst/>
            <a:gdLst>
              <a:gd name="connsiteX0" fmla="*/ 0 w 4725689"/>
              <a:gd name="connsiteY0" fmla="*/ 0 h 6176615"/>
              <a:gd name="connsiteX1" fmla="*/ 4725689 w 4725689"/>
              <a:gd name="connsiteY1" fmla="*/ 0 h 6176615"/>
              <a:gd name="connsiteX2" fmla="*/ 4725689 w 4725689"/>
              <a:gd name="connsiteY2" fmla="*/ 6176615 h 6176615"/>
              <a:gd name="connsiteX3" fmla="*/ 756444 w 4725689"/>
              <a:gd name="connsiteY3" fmla="*/ 6176615 h 6176615"/>
              <a:gd name="connsiteX4" fmla="*/ 756444 w 4725689"/>
              <a:gd name="connsiteY4" fmla="*/ 1439069 h 6176615"/>
              <a:gd name="connsiteX5" fmla="*/ 0 w 4725689"/>
              <a:gd name="connsiteY5" fmla="*/ 1439069 h 6176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5689" h="6176615">
                <a:moveTo>
                  <a:pt x="0" y="0"/>
                </a:moveTo>
                <a:lnTo>
                  <a:pt x="4725689" y="0"/>
                </a:lnTo>
                <a:lnTo>
                  <a:pt x="4725689" y="6176615"/>
                </a:lnTo>
                <a:lnTo>
                  <a:pt x="756444" y="6176615"/>
                </a:lnTo>
                <a:lnTo>
                  <a:pt x="756444" y="1439069"/>
                </a:lnTo>
                <a:lnTo>
                  <a:pt x="0" y="1439069"/>
                </a:lnTo>
                <a:close/>
              </a:path>
            </a:pathLst>
          </a:custGeom>
        </p:spPr>
        <p:txBody>
          <a:bodyPr wrap="square">
            <a:noAutofit/>
          </a:bodyPr>
          <a:lstStyle/>
          <a:p>
            <a:endParaRPr lang="en-US"/>
          </a:p>
        </p:txBody>
      </p:sp>
    </p:spTree>
    <p:extLst>
      <p:ext uri="{BB962C8B-B14F-4D97-AF65-F5344CB8AC3E}">
        <p14:creationId xmlns:p14="http://schemas.microsoft.com/office/powerpoint/2010/main" val="3482993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AutoShape 6"/>
          <p:cNvSpPr>
            <a:spLocks/>
          </p:cNvSpPr>
          <p:nvPr userDrawn="1"/>
        </p:nvSpPr>
        <p:spPr bwMode="auto">
          <a:xfrm>
            <a:off x="17800638" y="8177213"/>
            <a:ext cx="3157537" cy="311150"/>
          </a:xfrm>
          <a:prstGeom prst="roundRect">
            <a:avLst>
              <a:gd name="adj" fmla="val 50000"/>
            </a:avLst>
          </a:pr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4" name="AutoShape 7"/>
          <p:cNvSpPr>
            <a:spLocks/>
          </p:cNvSpPr>
          <p:nvPr userDrawn="1"/>
        </p:nvSpPr>
        <p:spPr bwMode="auto">
          <a:xfrm>
            <a:off x="14928850" y="8177213"/>
            <a:ext cx="3157538" cy="311150"/>
          </a:xfrm>
          <a:prstGeom prst="roundRect">
            <a:avLst>
              <a:gd name="adj" fmla="val 50000"/>
            </a:avLst>
          </a:prstGeom>
          <a:solidFill>
            <a:schemeClr val="accent4"/>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5" name="AutoShape 8"/>
          <p:cNvSpPr>
            <a:spLocks/>
          </p:cNvSpPr>
          <p:nvPr userDrawn="1"/>
        </p:nvSpPr>
        <p:spPr bwMode="auto">
          <a:xfrm>
            <a:off x="12068175" y="8177213"/>
            <a:ext cx="3157538" cy="311150"/>
          </a:xfrm>
          <a:prstGeom prst="roundRect">
            <a:avLst>
              <a:gd name="adj" fmla="val 50000"/>
            </a:avLst>
          </a:pr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6" name="AutoShape 9"/>
          <p:cNvSpPr>
            <a:spLocks/>
          </p:cNvSpPr>
          <p:nvPr userDrawn="1"/>
        </p:nvSpPr>
        <p:spPr bwMode="auto">
          <a:xfrm>
            <a:off x="9221788" y="8177213"/>
            <a:ext cx="3155950" cy="311150"/>
          </a:xfrm>
          <a:prstGeom prst="roundRect">
            <a:avLst>
              <a:gd name="adj" fmla="val 50000"/>
            </a:avLst>
          </a:prstGeom>
          <a:solidFill>
            <a:schemeClr val="accent4"/>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7" name="AutoShape 10"/>
          <p:cNvSpPr>
            <a:spLocks/>
          </p:cNvSpPr>
          <p:nvPr userDrawn="1"/>
        </p:nvSpPr>
        <p:spPr bwMode="auto">
          <a:xfrm>
            <a:off x="6361113" y="8177213"/>
            <a:ext cx="3157537" cy="311150"/>
          </a:xfrm>
          <a:prstGeom prst="roundRect">
            <a:avLst>
              <a:gd name="adj" fmla="val 50000"/>
            </a:avLst>
          </a:pr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sp>
        <p:nvSpPr>
          <p:cNvPr id="8" name="AutoShape 11"/>
          <p:cNvSpPr>
            <a:spLocks/>
          </p:cNvSpPr>
          <p:nvPr userDrawn="1"/>
        </p:nvSpPr>
        <p:spPr bwMode="auto">
          <a:xfrm>
            <a:off x="3451225" y="8177213"/>
            <a:ext cx="3157538" cy="311150"/>
          </a:xfrm>
          <a:prstGeom prst="roundRect">
            <a:avLst>
              <a:gd name="adj" fmla="val 50000"/>
            </a:avLst>
          </a:prstGeom>
          <a:solidFill>
            <a:schemeClr val="accent4"/>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defRPr/>
            </a:pPr>
            <a:endParaRPr lang="es-ES" sz="5600">
              <a:solidFill>
                <a:srgbClr val="FFFFFF"/>
              </a:solidFill>
              <a:effectLst>
                <a:outerShdw blurRad="38100" dist="38100" dir="2700000" algn="tl">
                  <a:srgbClr val="000000"/>
                </a:outerShdw>
              </a:effectLst>
              <a:ea typeface="ＭＳ Ｐゴシック" charset="0"/>
            </a:endParaRPr>
          </a:p>
        </p:txBody>
      </p:sp>
      <p:grpSp>
        <p:nvGrpSpPr>
          <p:cNvPr id="9" name="Group 12"/>
          <p:cNvGrpSpPr>
            <a:grpSpLocks/>
          </p:cNvGrpSpPr>
          <p:nvPr userDrawn="1"/>
        </p:nvGrpSpPr>
        <p:grpSpPr bwMode="auto">
          <a:xfrm>
            <a:off x="3217863" y="7981950"/>
            <a:ext cx="701675" cy="701675"/>
            <a:chOff x="-1" y="-1"/>
            <a:chExt cx="700898" cy="701783"/>
          </a:xfrm>
        </p:grpSpPr>
        <p:sp>
          <p:nvSpPr>
            <p:cNvPr id="10" name="AutoShape 13"/>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11" name="AutoShape 14"/>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12" name="Group 15"/>
          <p:cNvGrpSpPr>
            <a:grpSpLocks/>
          </p:cNvGrpSpPr>
          <p:nvPr userDrawn="1"/>
        </p:nvGrpSpPr>
        <p:grpSpPr bwMode="auto">
          <a:xfrm>
            <a:off x="11874500" y="7981950"/>
            <a:ext cx="700088" cy="701675"/>
            <a:chOff x="-1" y="-1"/>
            <a:chExt cx="700898" cy="701783"/>
          </a:xfrm>
        </p:grpSpPr>
        <p:sp>
          <p:nvSpPr>
            <p:cNvPr id="13" name="AutoShape 16"/>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14" name="AutoShape 17"/>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15" name="Group 18"/>
          <p:cNvGrpSpPr>
            <a:grpSpLocks/>
          </p:cNvGrpSpPr>
          <p:nvPr userDrawn="1"/>
        </p:nvGrpSpPr>
        <p:grpSpPr bwMode="auto">
          <a:xfrm>
            <a:off x="6162675" y="7981950"/>
            <a:ext cx="700088" cy="701675"/>
            <a:chOff x="-1" y="-1"/>
            <a:chExt cx="700898" cy="701783"/>
          </a:xfrm>
        </p:grpSpPr>
        <p:sp>
          <p:nvSpPr>
            <p:cNvPr id="16" name="AutoShape 19"/>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17" name="AutoShape 20"/>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18" name="Group 21"/>
          <p:cNvGrpSpPr>
            <a:grpSpLocks/>
          </p:cNvGrpSpPr>
          <p:nvPr userDrawn="1"/>
        </p:nvGrpSpPr>
        <p:grpSpPr bwMode="auto">
          <a:xfrm>
            <a:off x="17599025" y="7981950"/>
            <a:ext cx="700088" cy="701675"/>
            <a:chOff x="-1" y="-1"/>
            <a:chExt cx="700898" cy="701783"/>
          </a:xfrm>
        </p:grpSpPr>
        <p:sp>
          <p:nvSpPr>
            <p:cNvPr id="19" name="AutoShape 22"/>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20" name="AutoShape 23"/>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21" name="Group 24"/>
          <p:cNvGrpSpPr>
            <a:grpSpLocks/>
          </p:cNvGrpSpPr>
          <p:nvPr userDrawn="1"/>
        </p:nvGrpSpPr>
        <p:grpSpPr bwMode="auto">
          <a:xfrm>
            <a:off x="20467638" y="7981950"/>
            <a:ext cx="700087" cy="701675"/>
            <a:chOff x="-1" y="-1"/>
            <a:chExt cx="700898" cy="701783"/>
          </a:xfrm>
        </p:grpSpPr>
        <p:sp>
          <p:nvSpPr>
            <p:cNvPr id="22" name="AutoShape 25"/>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23" name="AutoShape 26"/>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24" name="Group 27"/>
          <p:cNvGrpSpPr>
            <a:grpSpLocks/>
          </p:cNvGrpSpPr>
          <p:nvPr userDrawn="1"/>
        </p:nvGrpSpPr>
        <p:grpSpPr bwMode="auto">
          <a:xfrm>
            <a:off x="9021763" y="7981950"/>
            <a:ext cx="701675" cy="701675"/>
            <a:chOff x="-1" y="-1"/>
            <a:chExt cx="700898" cy="701783"/>
          </a:xfrm>
        </p:grpSpPr>
        <p:sp>
          <p:nvSpPr>
            <p:cNvPr id="25" name="AutoShape 28"/>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26" name="AutoShape 29"/>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grpSp>
        <p:nvGrpSpPr>
          <p:cNvPr id="27" name="Group 30"/>
          <p:cNvGrpSpPr>
            <a:grpSpLocks/>
          </p:cNvGrpSpPr>
          <p:nvPr userDrawn="1"/>
        </p:nvGrpSpPr>
        <p:grpSpPr bwMode="auto">
          <a:xfrm>
            <a:off x="14732000" y="7981950"/>
            <a:ext cx="701675" cy="701675"/>
            <a:chOff x="-1" y="-1"/>
            <a:chExt cx="700898" cy="701783"/>
          </a:xfrm>
        </p:grpSpPr>
        <p:sp>
          <p:nvSpPr>
            <p:cNvPr id="28" name="AutoShape 31"/>
            <p:cNvSpPr>
              <a:spLocks/>
            </p:cNvSpPr>
            <p:nvPr/>
          </p:nvSpPr>
          <p:spPr bwMode="auto">
            <a:xfrm>
              <a:off x="0" y="-1"/>
              <a:ext cx="700897" cy="701783"/>
            </a:xfrm>
            <a:custGeom>
              <a:avLst/>
              <a:gdLst>
                <a:gd name="T0" fmla="*/ 350431 w 19679"/>
                <a:gd name="T1" fmla="*/ 385144 h 19679"/>
                <a:gd name="T2" fmla="*/ 350431 w 19679"/>
                <a:gd name="T3" fmla="*/ 385144 h 19679"/>
                <a:gd name="T4" fmla="*/ 350431 w 19679"/>
                <a:gd name="T5" fmla="*/ 385144 h 19679"/>
                <a:gd name="T6" fmla="*/ 350431 w 19679"/>
                <a:gd name="T7" fmla="*/ 38514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46C1A4">
                <a:alpha val="70195"/>
              </a:srgbClr>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sp>
          <p:nvSpPr>
            <p:cNvPr id="29" name="AutoShape 32"/>
            <p:cNvSpPr>
              <a:spLocks/>
            </p:cNvSpPr>
            <p:nvPr/>
          </p:nvSpPr>
          <p:spPr bwMode="auto">
            <a:xfrm>
              <a:off x="198587" y="198838"/>
              <a:ext cx="303723" cy="304106"/>
            </a:xfrm>
            <a:custGeom>
              <a:avLst/>
              <a:gdLst>
                <a:gd name="T0" fmla="*/ 151854 w 19679"/>
                <a:gd name="T1" fmla="*/ 166896 h 19679"/>
                <a:gd name="T2" fmla="*/ 151854 w 19679"/>
                <a:gd name="T3" fmla="*/ 166896 h 19679"/>
                <a:gd name="T4" fmla="*/ 151854 w 19679"/>
                <a:gd name="T5" fmla="*/ 166896 h 19679"/>
                <a:gd name="T6" fmla="*/ 151854 w 19679"/>
                <a:gd name="T7" fmla="*/ 16689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0C436D"/>
            </a:solidFill>
            <a:ln w="25400" cap="flat" cmpd="sng">
              <a:solidFill>
                <a:srgbClr val="000000">
                  <a:alpha val="0"/>
                </a:srgbClr>
              </a:solidFill>
              <a:prstDash val="solid"/>
              <a:miter lim="0"/>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endParaRPr lang="en-US"/>
            </a:p>
          </p:txBody>
        </p:sp>
      </p:grpSp>
      <p:sp>
        <p:nvSpPr>
          <p:cNvPr id="51" name="AutoShape 54"/>
          <p:cNvSpPr>
            <a:spLocks/>
          </p:cNvSpPr>
          <p:nvPr userDrawn="1"/>
        </p:nvSpPr>
        <p:spPr bwMode="auto">
          <a:xfrm rot="21599989">
            <a:off x="3294063" y="7369175"/>
            <a:ext cx="523875" cy="349250"/>
          </a:xfrm>
          <a:custGeom>
            <a:avLst/>
            <a:gdLst>
              <a:gd name="T0" fmla="*/ 261938 w 21600"/>
              <a:gd name="T1" fmla="*/ 174625 h 21600"/>
              <a:gd name="T2" fmla="*/ 261938 w 21600"/>
              <a:gd name="T3" fmla="*/ 174625 h 21600"/>
              <a:gd name="T4" fmla="*/ 261938 w 21600"/>
              <a:gd name="T5" fmla="*/ 174625 h 21600"/>
              <a:gd name="T6" fmla="*/ 261938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2" name="AutoShape 55"/>
          <p:cNvSpPr>
            <a:spLocks/>
          </p:cNvSpPr>
          <p:nvPr userDrawn="1"/>
        </p:nvSpPr>
        <p:spPr bwMode="auto">
          <a:xfrm rot="21599989">
            <a:off x="9109075" y="7369175"/>
            <a:ext cx="522288" cy="349250"/>
          </a:xfrm>
          <a:custGeom>
            <a:avLst/>
            <a:gdLst>
              <a:gd name="T0" fmla="*/ 261144 w 21600"/>
              <a:gd name="T1" fmla="*/ 174625 h 21600"/>
              <a:gd name="T2" fmla="*/ 261144 w 21600"/>
              <a:gd name="T3" fmla="*/ 174625 h 21600"/>
              <a:gd name="T4" fmla="*/ 261144 w 21600"/>
              <a:gd name="T5" fmla="*/ 174625 h 21600"/>
              <a:gd name="T6" fmla="*/ 261144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3" name="AutoShape 56"/>
          <p:cNvSpPr>
            <a:spLocks/>
          </p:cNvSpPr>
          <p:nvPr userDrawn="1"/>
        </p:nvSpPr>
        <p:spPr bwMode="auto">
          <a:xfrm rot="21599989">
            <a:off x="14822488" y="7369175"/>
            <a:ext cx="522287" cy="349250"/>
          </a:xfrm>
          <a:custGeom>
            <a:avLst/>
            <a:gdLst>
              <a:gd name="T0" fmla="*/ 261144 w 21600"/>
              <a:gd name="T1" fmla="*/ 174625 h 21600"/>
              <a:gd name="T2" fmla="*/ 261144 w 21600"/>
              <a:gd name="T3" fmla="*/ 174625 h 21600"/>
              <a:gd name="T4" fmla="*/ 261144 w 21600"/>
              <a:gd name="T5" fmla="*/ 174625 h 21600"/>
              <a:gd name="T6" fmla="*/ 261144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4" name="AutoShape 57"/>
          <p:cNvSpPr>
            <a:spLocks/>
          </p:cNvSpPr>
          <p:nvPr userDrawn="1"/>
        </p:nvSpPr>
        <p:spPr bwMode="auto">
          <a:xfrm rot="21599989">
            <a:off x="20548600" y="7369175"/>
            <a:ext cx="522288" cy="349250"/>
          </a:xfrm>
          <a:custGeom>
            <a:avLst/>
            <a:gdLst>
              <a:gd name="T0" fmla="*/ 261144 w 21600"/>
              <a:gd name="T1" fmla="*/ 174625 h 21600"/>
              <a:gd name="T2" fmla="*/ 261144 w 21600"/>
              <a:gd name="T3" fmla="*/ 174625 h 21600"/>
              <a:gd name="T4" fmla="*/ 261144 w 21600"/>
              <a:gd name="T5" fmla="*/ 174625 h 21600"/>
              <a:gd name="T6" fmla="*/ 261144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5" name="AutoShape 58"/>
          <p:cNvSpPr>
            <a:spLocks/>
          </p:cNvSpPr>
          <p:nvPr userDrawn="1"/>
        </p:nvSpPr>
        <p:spPr bwMode="auto">
          <a:xfrm rot="10799989">
            <a:off x="17697450" y="8986838"/>
            <a:ext cx="523875" cy="349250"/>
          </a:xfrm>
          <a:custGeom>
            <a:avLst/>
            <a:gdLst>
              <a:gd name="T0" fmla="*/ 261938 w 21600"/>
              <a:gd name="T1" fmla="*/ 174625 h 21600"/>
              <a:gd name="T2" fmla="*/ 261938 w 21600"/>
              <a:gd name="T3" fmla="*/ 174625 h 21600"/>
              <a:gd name="T4" fmla="*/ 261938 w 21600"/>
              <a:gd name="T5" fmla="*/ 174625 h 21600"/>
              <a:gd name="T6" fmla="*/ 261938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6" name="AutoShape 59"/>
          <p:cNvSpPr>
            <a:spLocks/>
          </p:cNvSpPr>
          <p:nvPr userDrawn="1"/>
        </p:nvSpPr>
        <p:spPr bwMode="auto">
          <a:xfrm rot="10799989">
            <a:off x="11958638" y="8986838"/>
            <a:ext cx="523875" cy="349250"/>
          </a:xfrm>
          <a:custGeom>
            <a:avLst/>
            <a:gdLst>
              <a:gd name="T0" fmla="*/ 261938 w 21600"/>
              <a:gd name="T1" fmla="*/ 174625 h 21600"/>
              <a:gd name="T2" fmla="*/ 261938 w 21600"/>
              <a:gd name="T3" fmla="*/ 174625 h 21600"/>
              <a:gd name="T4" fmla="*/ 261938 w 21600"/>
              <a:gd name="T5" fmla="*/ 174625 h 21600"/>
              <a:gd name="T6" fmla="*/ 261938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sp>
        <p:nvSpPr>
          <p:cNvPr id="57" name="AutoShape 60"/>
          <p:cNvSpPr>
            <a:spLocks/>
          </p:cNvSpPr>
          <p:nvPr userDrawn="1"/>
        </p:nvSpPr>
        <p:spPr bwMode="auto">
          <a:xfrm rot="10799989">
            <a:off x="6257925" y="8986838"/>
            <a:ext cx="522288" cy="349250"/>
          </a:xfrm>
          <a:custGeom>
            <a:avLst/>
            <a:gdLst>
              <a:gd name="T0" fmla="*/ 261144 w 21600"/>
              <a:gd name="T1" fmla="*/ 174625 h 21600"/>
              <a:gd name="T2" fmla="*/ 261144 w 21600"/>
              <a:gd name="T3" fmla="*/ 174625 h 21600"/>
              <a:gd name="T4" fmla="*/ 261144 w 21600"/>
              <a:gd name="T5" fmla="*/ 174625 h 21600"/>
              <a:gd name="T6" fmla="*/ 261144 w 21600"/>
              <a:gd name="T7" fmla="*/ 174625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336" y="21600"/>
                </a:moveTo>
                <a:cubicBezTo>
                  <a:pt x="969" y="21600"/>
                  <a:pt x="657" y="21365"/>
                  <a:pt x="392" y="20890"/>
                </a:cubicBezTo>
                <a:cubicBezTo>
                  <a:pt x="132" y="20401"/>
                  <a:pt x="0" y="19835"/>
                  <a:pt x="0" y="19171"/>
                </a:cubicBezTo>
                <a:cubicBezTo>
                  <a:pt x="0" y="18480"/>
                  <a:pt x="135" y="17907"/>
                  <a:pt x="403" y="17419"/>
                </a:cubicBezTo>
                <a:lnTo>
                  <a:pt x="9821" y="716"/>
                </a:lnTo>
                <a:cubicBezTo>
                  <a:pt x="10089" y="240"/>
                  <a:pt x="10412" y="0"/>
                  <a:pt x="10790" y="0"/>
                </a:cubicBezTo>
                <a:cubicBezTo>
                  <a:pt x="11176" y="0"/>
                  <a:pt x="11503" y="240"/>
                  <a:pt x="11774" y="716"/>
                </a:cubicBezTo>
                <a:lnTo>
                  <a:pt x="21196" y="17419"/>
                </a:lnTo>
                <a:cubicBezTo>
                  <a:pt x="21464" y="17907"/>
                  <a:pt x="21599" y="18480"/>
                  <a:pt x="21599" y="19171"/>
                </a:cubicBezTo>
                <a:cubicBezTo>
                  <a:pt x="21599" y="19815"/>
                  <a:pt x="21467" y="20375"/>
                  <a:pt x="21203" y="20870"/>
                </a:cubicBezTo>
                <a:cubicBezTo>
                  <a:pt x="20942" y="21359"/>
                  <a:pt x="20626" y="21600"/>
                  <a:pt x="20263" y="21600"/>
                </a:cubicBezTo>
                <a:lnTo>
                  <a:pt x="1336" y="21600"/>
                </a:lnTo>
                <a:close/>
              </a:path>
            </a:pathLst>
          </a:custGeom>
          <a:solidFill>
            <a:schemeClr val="accent4"/>
          </a:solidFill>
          <a:ln>
            <a:noFill/>
          </a:ln>
          <a:effectLst/>
        </p:spPr>
        <p:txBody>
          <a:bodyPr lIns="38100" tIns="38100" rIns="38100" bIns="38100" anchor="ctr"/>
          <a:lstStyle/>
          <a:p>
            <a:endParaRPr lang="en-US"/>
          </a:p>
        </p:txBody>
      </p:sp>
      <p:pic>
        <p:nvPicPr>
          <p:cNvPr id="58"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42434" y="4691509"/>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59" name="Picture Placeholder 19"/>
          <p:cNvSpPr>
            <a:spLocks noGrp="1"/>
          </p:cNvSpPr>
          <p:nvPr>
            <p:ph type="pic" sz="quarter" idx="10"/>
          </p:nvPr>
        </p:nvSpPr>
        <p:spPr>
          <a:xfrm>
            <a:off x="2396706" y="5121254"/>
            <a:ext cx="2327739" cy="1793571"/>
          </a:xfrm>
          <a:prstGeom prst="rect">
            <a:avLst/>
          </a:prstGeom>
        </p:spPr>
        <p:txBody>
          <a:bodyPr/>
          <a:lstStyle/>
          <a:p>
            <a:endParaRPr lang="en-US" dirty="0"/>
          </a:p>
        </p:txBody>
      </p:sp>
      <p:pic>
        <p:nvPicPr>
          <p:cNvPr id="60"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83581" y="4714341"/>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61" name="Picture Placeholder 19"/>
          <p:cNvSpPr>
            <a:spLocks noGrp="1"/>
          </p:cNvSpPr>
          <p:nvPr>
            <p:ph type="pic" sz="quarter" idx="11"/>
          </p:nvPr>
        </p:nvSpPr>
        <p:spPr>
          <a:xfrm>
            <a:off x="8137853" y="5144086"/>
            <a:ext cx="2327739" cy="1793571"/>
          </a:xfrm>
          <a:prstGeom prst="rect">
            <a:avLst/>
          </a:prstGeom>
        </p:spPr>
        <p:txBody>
          <a:bodyPr/>
          <a:lstStyle/>
          <a:p>
            <a:endParaRPr lang="en-US" dirty="0"/>
          </a:p>
        </p:txBody>
      </p:sp>
      <p:pic>
        <p:nvPicPr>
          <p:cNvPr id="62"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522590" y="4697760"/>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63" name="Picture Placeholder 19"/>
          <p:cNvSpPr>
            <a:spLocks noGrp="1"/>
          </p:cNvSpPr>
          <p:nvPr>
            <p:ph type="pic" sz="quarter" idx="12"/>
          </p:nvPr>
        </p:nvSpPr>
        <p:spPr>
          <a:xfrm>
            <a:off x="13876862" y="5127505"/>
            <a:ext cx="2327739" cy="1793571"/>
          </a:xfrm>
          <a:prstGeom prst="rect">
            <a:avLst/>
          </a:prstGeom>
        </p:spPr>
        <p:txBody>
          <a:bodyPr/>
          <a:lstStyle/>
          <a:p>
            <a:endParaRPr lang="en-US" dirty="0"/>
          </a:p>
        </p:txBody>
      </p:sp>
      <p:pic>
        <p:nvPicPr>
          <p:cNvPr id="64"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147854" y="4703065"/>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65" name="Picture Placeholder 19"/>
          <p:cNvSpPr>
            <a:spLocks noGrp="1"/>
          </p:cNvSpPr>
          <p:nvPr>
            <p:ph type="pic" sz="quarter" idx="13"/>
          </p:nvPr>
        </p:nvSpPr>
        <p:spPr>
          <a:xfrm>
            <a:off x="19502126" y="5132810"/>
            <a:ext cx="2327739" cy="1793571"/>
          </a:xfrm>
          <a:prstGeom prst="rect">
            <a:avLst/>
          </a:prstGeom>
        </p:spPr>
        <p:txBody>
          <a:bodyPr/>
          <a:lstStyle/>
          <a:p>
            <a:endParaRPr lang="en-US" dirty="0"/>
          </a:p>
        </p:txBody>
      </p:sp>
      <p:pic>
        <p:nvPicPr>
          <p:cNvPr id="66"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91200" y="9633345"/>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67" name="Picture Placeholder 19"/>
          <p:cNvSpPr>
            <a:spLocks noGrp="1"/>
          </p:cNvSpPr>
          <p:nvPr>
            <p:ph type="pic" sz="quarter" idx="14"/>
          </p:nvPr>
        </p:nvSpPr>
        <p:spPr>
          <a:xfrm>
            <a:off x="5345472" y="10063090"/>
            <a:ext cx="2327739" cy="1793571"/>
          </a:xfrm>
          <a:prstGeom prst="rect">
            <a:avLst/>
          </a:prstGeom>
        </p:spPr>
        <p:txBody>
          <a:bodyPr/>
          <a:lstStyle/>
          <a:p>
            <a:endParaRPr lang="en-US" dirty="0"/>
          </a:p>
        </p:txBody>
      </p:sp>
      <p:pic>
        <p:nvPicPr>
          <p:cNvPr id="68"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83534" y="9628828"/>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69" name="Picture Placeholder 19"/>
          <p:cNvSpPr>
            <a:spLocks noGrp="1"/>
          </p:cNvSpPr>
          <p:nvPr>
            <p:ph type="pic" sz="quarter" idx="15"/>
          </p:nvPr>
        </p:nvSpPr>
        <p:spPr>
          <a:xfrm>
            <a:off x="11137806" y="10058573"/>
            <a:ext cx="2327739" cy="1793571"/>
          </a:xfrm>
          <a:prstGeom prst="rect">
            <a:avLst/>
          </a:prstGeom>
        </p:spPr>
        <p:txBody>
          <a:bodyPr/>
          <a:lstStyle/>
          <a:p>
            <a:endParaRPr lang="en-US" dirty="0"/>
          </a:p>
        </p:txBody>
      </p:sp>
      <p:pic>
        <p:nvPicPr>
          <p:cNvPr id="70" name="Picture 12"/>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428526" y="9677548"/>
            <a:ext cx="3036282" cy="265306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71" name="Picture Placeholder 19"/>
          <p:cNvSpPr>
            <a:spLocks noGrp="1"/>
          </p:cNvSpPr>
          <p:nvPr>
            <p:ph type="pic" sz="quarter" idx="16"/>
          </p:nvPr>
        </p:nvSpPr>
        <p:spPr>
          <a:xfrm>
            <a:off x="16782798" y="10107293"/>
            <a:ext cx="2327739" cy="1793571"/>
          </a:xfrm>
          <a:prstGeom prst="rect">
            <a:avLst/>
          </a:prstGeom>
        </p:spPr>
        <p:txBody>
          <a:bodyPr/>
          <a:lstStyle/>
          <a:p>
            <a:endParaRPr lang="en-US" dirty="0"/>
          </a:p>
        </p:txBody>
      </p:sp>
    </p:spTree>
    <p:extLst>
      <p:ext uri="{BB962C8B-B14F-4D97-AF65-F5344CB8AC3E}">
        <p14:creationId xmlns:p14="http://schemas.microsoft.com/office/powerpoint/2010/main" val="306347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par>
                          <p:cTn id="28" fill="hold">
                            <p:stCondLst>
                              <p:cond delay="3000"/>
                            </p:stCondLst>
                            <p:childTnLst>
                              <p:par>
                                <p:cTn id="29" presetID="23" presetClass="entr" presetSubtype="16"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childTnLst>
                                </p:cTn>
                              </p:par>
                            </p:childTnLst>
                          </p:cTn>
                        </p:par>
                        <p:par>
                          <p:cTn id="33" fill="hold">
                            <p:stCondLst>
                              <p:cond delay="3500"/>
                            </p:stCondLst>
                            <p:childTnLst>
                              <p:par>
                                <p:cTn id="34" presetID="2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childTnLst>
                                </p:cTn>
                              </p:par>
                            </p:childTnLst>
                          </p:cTn>
                        </p:par>
                        <p:par>
                          <p:cTn id="38" fill="hold">
                            <p:stCondLst>
                              <p:cond delay="4000"/>
                            </p:stCondLst>
                            <p:childTnLst>
                              <p:par>
                                <p:cTn id="39" presetID="23" presetClass="entr" presetSubtype="16"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childTnLst>
                                </p:cTn>
                              </p:par>
                            </p:childTnLst>
                          </p:cTn>
                        </p:par>
                        <p:par>
                          <p:cTn id="43" fill="hold">
                            <p:stCondLst>
                              <p:cond delay="4500"/>
                            </p:stCondLst>
                            <p:childTnLst>
                              <p:par>
                                <p:cTn id="44" presetID="23" presetClass="entr" presetSubtype="16"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childTnLst>
                                </p:cTn>
                              </p:par>
                            </p:childTnLst>
                          </p:cTn>
                        </p:par>
                        <p:par>
                          <p:cTn id="48" fill="hold">
                            <p:stCondLst>
                              <p:cond delay="5000"/>
                            </p:stCondLst>
                            <p:childTnLst>
                              <p:par>
                                <p:cTn id="49" presetID="23" presetClass="entr" presetSubtype="16"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p:cTn id="51" dur="500" fill="hold"/>
                                        <p:tgtEl>
                                          <p:spTgt spid="21"/>
                                        </p:tgtEl>
                                        <p:attrNameLst>
                                          <p:attrName>ppt_w</p:attrName>
                                        </p:attrNameLst>
                                      </p:cBhvr>
                                      <p:tavLst>
                                        <p:tav tm="0">
                                          <p:val>
                                            <p:fltVal val="0"/>
                                          </p:val>
                                        </p:tav>
                                        <p:tav tm="100000">
                                          <p:val>
                                            <p:strVal val="#ppt_w"/>
                                          </p:val>
                                        </p:tav>
                                      </p:tavLst>
                                    </p:anim>
                                    <p:anim calcmode="lin" valueType="num">
                                      <p:cBhvr>
                                        <p:cTn id="52" dur="500" fill="hold"/>
                                        <p:tgtEl>
                                          <p:spTgt spid="21"/>
                                        </p:tgtEl>
                                        <p:attrNameLst>
                                          <p:attrName>ppt_h</p:attrName>
                                        </p:attrNameLst>
                                      </p:cBhvr>
                                      <p:tavLst>
                                        <p:tav tm="0">
                                          <p:val>
                                            <p:fltVal val="0"/>
                                          </p:val>
                                        </p:tav>
                                        <p:tav tm="100000">
                                          <p:val>
                                            <p:strVal val="#ppt_h"/>
                                          </p:val>
                                        </p:tav>
                                      </p:tavLst>
                                    </p:anim>
                                  </p:childTnLst>
                                </p:cTn>
                              </p:par>
                            </p:childTnLst>
                          </p:cTn>
                        </p:par>
                        <p:par>
                          <p:cTn id="53" fill="hold">
                            <p:stCondLst>
                              <p:cond delay="5500"/>
                            </p:stCondLst>
                            <p:childTnLst>
                              <p:par>
                                <p:cTn id="54" presetID="23" presetClass="entr" presetSubtype="16"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childTnLst>
                                </p:cTn>
                              </p:par>
                            </p:childTnLst>
                          </p:cTn>
                        </p:par>
                        <p:par>
                          <p:cTn id="58" fill="hold">
                            <p:stCondLst>
                              <p:cond delay="6000"/>
                            </p:stCondLst>
                            <p:childTnLst>
                              <p:par>
                                <p:cTn id="59" presetID="23" presetClass="entr" presetSubtype="16" fill="hold" nodeType="after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p:cTn id="61" dur="500" fill="hold"/>
                                        <p:tgtEl>
                                          <p:spTgt spid="27"/>
                                        </p:tgtEl>
                                        <p:attrNameLst>
                                          <p:attrName>ppt_w</p:attrName>
                                        </p:attrNameLst>
                                      </p:cBhvr>
                                      <p:tavLst>
                                        <p:tav tm="0">
                                          <p:val>
                                            <p:fltVal val="0"/>
                                          </p:val>
                                        </p:tav>
                                        <p:tav tm="100000">
                                          <p:val>
                                            <p:strVal val="#ppt_w"/>
                                          </p:val>
                                        </p:tav>
                                      </p:tavLst>
                                    </p:anim>
                                    <p:anim calcmode="lin" valueType="num">
                                      <p:cBhvr>
                                        <p:cTn id="62" dur="500" fill="hold"/>
                                        <p:tgtEl>
                                          <p:spTgt spid="27"/>
                                        </p:tgtEl>
                                        <p:attrNameLst>
                                          <p:attrName>ppt_h</p:attrName>
                                        </p:attrNameLst>
                                      </p:cBhvr>
                                      <p:tavLst>
                                        <p:tav tm="0">
                                          <p:val>
                                            <p:fltVal val="0"/>
                                          </p:val>
                                        </p:tav>
                                        <p:tav tm="100000">
                                          <p:val>
                                            <p:strVal val="#ppt_h"/>
                                          </p:val>
                                        </p:tav>
                                      </p:tavLst>
                                    </p:anim>
                                  </p:childTnLst>
                                </p:cTn>
                              </p:par>
                            </p:childTnLst>
                          </p:cTn>
                        </p:par>
                        <p:par>
                          <p:cTn id="63" fill="hold">
                            <p:stCondLst>
                              <p:cond delay="6500"/>
                            </p:stCondLst>
                            <p:childTnLst>
                              <p:par>
                                <p:cTn id="64" presetID="9" presetClass="entr" presetSubtype="0" fill="hold" nodeType="afterEffect">
                                  <p:stCondLst>
                                    <p:cond delay="0"/>
                                  </p:stCondLst>
                                  <p:childTnLst>
                                    <p:set>
                                      <p:cBhvr>
                                        <p:cTn id="65" dur="1" fill="hold">
                                          <p:stCondLst>
                                            <p:cond delay="0"/>
                                          </p:stCondLst>
                                        </p:cTn>
                                        <p:tgtEl>
                                          <p:spTgt spid="51"/>
                                        </p:tgtEl>
                                        <p:attrNameLst>
                                          <p:attrName>style.visibility</p:attrName>
                                        </p:attrNameLst>
                                      </p:cBhvr>
                                      <p:to>
                                        <p:strVal val="visible"/>
                                      </p:to>
                                    </p:set>
                                    <p:animEffect transition="in" filter="dissolve">
                                      <p:cBhvr>
                                        <p:cTn id="66" dur="500"/>
                                        <p:tgtEl>
                                          <p:spTgt spid="51"/>
                                        </p:tgtEl>
                                      </p:cBhvr>
                                    </p:animEffect>
                                  </p:childTnLst>
                                </p:cTn>
                              </p:par>
                            </p:childTnLst>
                          </p:cTn>
                        </p:par>
                        <p:par>
                          <p:cTn id="67" fill="hold">
                            <p:stCondLst>
                              <p:cond delay="7000"/>
                            </p:stCondLst>
                            <p:childTnLst>
                              <p:par>
                                <p:cTn id="68" presetID="9" presetClass="entr" presetSubtype="0" fill="hold" nodeType="after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dissolve">
                                      <p:cBhvr>
                                        <p:cTn id="70" dur="500"/>
                                        <p:tgtEl>
                                          <p:spTgt spid="52"/>
                                        </p:tgtEl>
                                      </p:cBhvr>
                                    </p:animEffect>
                                  </p:childTnLst>
                                </p:cTn>
                              </p:par>
                            </p:childTnLst>
                          </p:cTn>
                        </p:par>
                        <p:par>
                          <p:cTn id="71" fill="hold">
                            <p:stCondLst>
                              <p:cond delay="7500"/>
                            </p:stCondLst>
                            <p:childTnLst>
                              <p:par>
                                <p:cTn id="72" presetID="9" presetClass="entr" presetSubtype="0" fill="hold" nodeType="after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dissolve">
                                      <p:cBhvr>
                                        <p:cTn id="74" dur="500"/>
                                        <p:tgtEl>
                                          <p:spTgt spid="53"/>
                                        </p:tgtEl>
                                      </p:cBhvr>
                                    </p:animEffect>
                                  </p:childTnLst>
                                </p:cTn>
                              </p:par>
                            </p:childTnLst>
                          </p:cTn>
                        </p:par>
                        <p:par>
                          <p:cTn id="75" fill="hold">
                            <p:stCondLst>
                              <p:cond delay="8000"/>
                            </p:stCondLst>
                            <p:childTnLst>
                              <p:par>
                                <p:cTn id="76" presetID="9" presetClass="entr" presetSubtype="0" fill="hold" nodeType="after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dissolve">
                                      <p:cBhvr>
                                        <p:cTn id="78" dur="500"/>
                                        <p:tgtEl>
                                          <p:spTgt spid="54"/>
                                        </p:tgtEl>
                                      </p:cBhvr>
                                    </p:animEffect>
                                  </p:childTnLst>
                                </p:cTn>
                              </p:par>
                            </p:childTnLst>
                          </p:cTn>
                        </p:par>
                        <p:par>
                          <p:cTn id="79" fill="hold">
                            <p:stCondLst>
                              <p:cond delay="8500"/>
                            </p:stCondLst>
                            <p:childTnLst>
                              <p:par>
                                <p:cTn id="80" presetID="9" presetClass="entr" presetSubtype="0" fill="hold" nodeType="after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dissolve">
                                      <p:cBhvr>
                                        <p:cTn id="82" dur="500"/>
                                        <p:tgtEl>
                                          <p:spTgt spid="55"/>
                                        </p:tgtEl>
                                      </p:cBhvr>
                                    </p:animEffect>
                                  </p:childTnLst>
                                </p:cTn>
                              </p:par>
                            </p:childTnLst>
                          </p:cTn>
                        </p:par>
                        <p:par>
                          <p:cTn id="83" fill="hold">
                            <p:stCondLst>
                              <p:cond delay="9000"/>
                            </p:stCondLst>
                            <p:childTnLst>
                              <p:par>
                                <p:cTn id="84" presetID="9" presetClass="entr" presetSubtype="0" fill="hold" nodeType="afterEffect">
                                  <p:stCondLst>
                                    <p:cond delay="0"/>
                                  </p:stCondLst>
                                  <p:childTnLst>
                                    <p:set>
                                      <p:cBhvr>
                                        <p:cTn id="85" dur="1" fill="hold">
                                          <p:stCondLst>
                                            <p:cond delay="0"/>
                                          </p:stCondLst>
                                        </p:cTn>
                                        <p:tgtEl>
                                          <p:spTgt spid="56"/>
                                        </p:tgtEl>
                                        <p:attrNameLst>
                                          <p:attrName>style.visibility</p:attrName>
                                        </p:attrNameLst>
                                      </p:cBhvr>
                                      <p:to>
                                        <p:strVal val="visible"/>
                                      </p:to>
                                    </p:set>
                                    <p:animEffect transition="in" filter="dissolve">
                                      <p:cBhvr>
                                        <p:cTn id="86" dur="500"/>
                                        <p:tgtEl>
                                          <p:spTgt spid="56"/>
                                        </p:tgtEl>
                                      </p:cBhvr>
                                    </p:animEffect>
                                  </p:childTnLst>
                                </p:cTn>
                              </p:par>
                            </p:childTnLst>
                          </p:cTn>
                        </p:par>
                        <p:par>
                          <p:cTn id="87" fill="hold">
                            <p:stCondLst>
                              <p:cond delay="9500"/>
                            </p:stCondLst>
                            <p:childTnLst>
                              <p:par>
                                <p:cTn id="88" presetID="9" presetClass="entr" presetSubtype="0" fill="hold" nodeType="after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dissolve">
                                      <p:cBhvr>
                                        <p:cTn id="9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P spid="5" grpId="0" animBg="1" autoUpdateAnimBg="0"/>
      <p:bldP spid="6" grpId="0" animBg="1" autoUpdateAnimBg="0"/>
      <p:bldP spid="7" grpId="0" animBg="1" autoUpdateAnimBg="0"/>
      <p:bldP spid="8" grpId="0" animBg="1" autoUpdateAnimBg="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 name="Picture 7" descr="mockup_0014_iPad_FRONT_black.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75538" y="4618038"/>
            <a:ext cx="9575800" cy="154098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7" name="Picture Placeholder 6"/>
          <p:cNvSpPr>
            <a:spLocks noGrp="1"/>
          </p:cNvSpPr>
          <p:nvPr>
            <p:ph type="pic" sz="quarter" idx="10"/>
          </p:nvPr>
        </p:nvSpPr>
        <p:spPr>
          <a:xfrm>
            <a:off x="8159750" y="5921896"/>
            <a:ext cx="8280722" cy="10945216"/>
          </a:xfrm>
          <a:prstGeom prst="rect">
            <a:avLst/>
          </a:prstGeom>
        </p:spPr>
        <p:txBody>
          <a:bodyPr/>
          <a:lstStyle/>
          <a:p>
            <a:endParaRPr lang="en-US"/>
          </a:p>
        </p:txBody>
      </p:sp>
    </p:spTree>
    <p:extLst>
      <p:ext uri="{BB962C8B-B14F-4D97-AF65-F5344CB8AC3E}">
        <p14:creationId xmlns:p14="http://schemas.microsoft.com/office/powerpoint/2010/main" val="239657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4" name="Picture 19" descr="image4.png"/>
          <p:cNvPicPr>
            <a:picLocks noChangeAspect="1"/>
          </p:cNvPicPr>
          <p:nvPr/>
        </p:nvPicPr>
        <p:blipFill>
          <a:blip r:embed="rId2">
            <a:extLst>
              <a:ext uri="{28A0092B-C50C-407E-A947-70E740481C1C}">
                <a14:useLocalDpi xmlns:a14="http://schemas.microsoft.com/office/drawing/2010/main" val="0"/>
              </a:ext>
            </a:extLst>
          </a:blip>
          <a:srcRect l="22133" t="10550" r="21732" b="13049"/>
          <a:stretch>
            <a:fillRect/>
          </a:stretch>
        </p:blipFill>
        <p:spPr bwMode="auto">
          <a:xfrm>
            <a:off x="2997200" y="4152900"/>
            <a:ext cx="9563100" cy="8686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sp>
        <p:nvSpPr>
          <p:cNvPr id="7" name="Picture Placeholder 6"/>
          <p:cNvSpPr>
            <a:spLocks noGrp="1"/>
          </p:cNvSpPr>
          <p:nvPr>
            <p:ph type="pic" sz="quarter" idx="10"/>
          </p:nvPr>
        </p:nvSpPr>
        <p:spPr>
          <a:xfrm>
            <a:off x="3695700" y="5057800"/>
            <a:ext cx="8208963" cy="5184775"/>
          </a:xfrm>
          <a:prstGeom prst="rect">
            <a:avLst/>
          </a:prstGeom>
        </p:spPr>
        <p:txBody>
          <a:bodyPr/>
          <a:lstStyle/>
          <a:p>
            <a:endParaRPr lang="en-US"/>
          </a:p>
        </p:txBody>
      </p:sp>
    </p:spTree>
    <p:extLst>
      <p:ext uri="{BB962C8B-B14F-4D97-AF65-F5344CB8AC3E}">
        <p14:creationId xmlns:p14="http://schemas.microsoft.com/office/powerpoint/2010/main" val="1742531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2209800" y="4406900"/>
            <a:ext cx="4953000" cy="3594100"/>
          </a:xfrm>
          <a:prstGeom prst="rect">
            <a:avLst/>
          </a:prstGeom>
        </p:spPr>
        <p:txBody>
          <a:bodyPr/>
          <a:lstStyle/>
          <a:p>
            <a:endParaRPr lang="en-US"/>
          </a:p>
        </p:txBody>
      </p:sp>
      <p:sp>
        <p:nvSpPr>
          <p:cNvPr id="10" name="Picture Placeholder 8"/>
          <p:cNvSpPr>
            <a:spLocks noGrp="1"/>
          </p:cNvSpPr>
          <p:nvPr>
            <p:ph type="pic" sz="quarter" idx="11"/>
          </p:nvPr>
        </p:nvSpPr>
        <p:spPr>
          <a:xfrm>
            <a:off x="12456851" y="4385196"/>
            <a:ext cx="4953000" cy="3594100"/>
          </a:xfrm>
          <a:prstGeom prst="rect">
            <a:avLst/>
          </a:prstGeom>
        </p:spPr>
        <p:txBody>
          <a:bodyPr/>
          <a:lstStyle/>
          <a:p>
            <a:endParaRPr lang="en-US"/>
          </a:p>
        </p:txBody>
      </p:sp>
      <p:sp>
        <p:nvSpPr>
          <p:cNvPr id="11" name="Picture Placeholder 8"/>
          <p:cNvSpPr>
            <a:spLocks noGrp="1"/>
          </p:cNvSpPr>
          <p:nvPr>
            <p:ph type="pic" sz="quarter" idx="12"/>
          </p:nvPr>
        </p:nvSpPr>
        <p:spPr>
          <a:xfrm>
            <a:off x="12495584" y="8620426"/>
            <a:ext cx="4953000" cy="3594100"/>
          </a:xfrm>
          <a:prstGeom prst="rect">
            <a:avLst/>
          </a:prstGeom>
        </p:spPr>
        <p:txBody>
          <a:bodyPr/>
          <a:lstStyle/>
          <a:p>
            <a:endParaRPr lang="en-US"/>
          </a:p>
        </p:txBody>
      </p:sp>
      <p:sp>
        <p:nvSpPr>
          <p:cNvPr id="12" name="Picture Placeholder 8"/>
          <p:cNvSpPr>
            <a:spLocks noGrp="1"/>
          </p:cNvSpPr>
          <p:nvPr>
            <p:ph type="pic" sz="quarter" idx="13"/>
          </p:nvPr>
        </p:nvSpPr>
        <p:spPr>
          <a:xfrm>
            <a:off x="2203243" y="8661400"/>
            <a:ext cx="4953000" cy="3594100"/>
          </a:xfrm>
          <a:prstGeom prst="rect">
            <a:avLst/>
          </a:prstGeom>
        </p:spPr>
        <p:txBody>
          <a:bodyPr/>
          <a:lstStyle/>
          <a:p>
            <a:endParaRPr lang="en-US"/>
          </a:p>
        </p:txBody>
      </p:sp>
    </p:spTree>
    <p:extLst>
      <p:ext uri="{BB962C8B-B14F-4D97-AF65-F5344CB8AC3E}">
        <p14:creationId xmlns:p14="http://schemas.microsoft.com/office/powerpoint/2010/main" val="1296482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24384000" cy="13716000"/>
          </a:xfrm>
          <a:prstGeom prst="rect">
            <a:avLst/>
          </a:prstGeom>
        </p:spPr>
        <p:txBody>
          <a:bodyPr/>
          <a:lstStyle/>
          <a:p>
            <a:endParaRPr lang="en-US"/>
          </a:p>
        </p:txBody>
      </p:sp>
    </p:spTree>
    <p:extLst>
      <p:ext uri="{BB962C8B-B14F-4D97-AF65-F5344CB8AC3E}">
        <p14:creationId xmlns:p14="http://schemas.microsoft.com/office/powerpoint/2010/main" val="262614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81C10DC-DB35-A691-7371-8D7684C2B5B1}"/>
              </a:ext>
            </a:extLst>
          </p:cNvPr>
          <p:cNvSpPr>
            <a:spLocks noGrp="1"/>
          </p:cNvSpPr>
          <p:nvPr>
            <p:ph type="sldNum" sz="quarter" idx="4"/>
          </p:nvPr>
        </p:nvSpPr>
        <p:spPr>
          <a:xfrm>
            <a:off x="17221200" y="12712700"/>
            <a:ext cx="5486400" cy="730250"/>
          </a:xfrm>
          <a:prstGeom prst="rect">
            <a:avLst/>
          </a:prstGeom>
        </p:spPr>
        <p:txBody>
          <a:bodyPr vert="horz" lIns="91440" tIns="45720" rIns="91440" bIns="45720" rtlCol="0" anchor="ctr"/>
          <a:lstStyle>
            <a:lvl1pPr algn="r">
              <a:defRPr sz="1200">
                <a:solidFill>
                  <a:schemeClr val="tx1">
                    <a:tint val="82000"/>
                  </a:schemeClr>
                </a:solidFill>
              </a:defRPr>
            </a:lvl1pPr>
          </a:lstStyle>
          <a:p>
            <a:fld id="{65DA56F6-F868-49B8-9EC3-8A44F72515E2}" type="slidenum">
              <a:rPr lang="es-ES" smtClean="0"/>
              <a:t>‹Nº›</a:t>
            </a:fld>
            <a:endParaRPr lang="es-E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defTabSz="825500" rtl="0" eaLnBrk="0" fontAlgn="base" hangingPunct="0">
        <a:spcBef>
          <a:spcPct val="0"/>
        </a:spcBef>
        <a:spcAft>
          <a:spcPct val="0"/>
        </a:spcAft>
        <a:defRPr sz="11800">
          <a:solidFill>
            <a:srgbClr val="000000"/>
          </a:solidFill>
          <a:latin typeface="+mj-lt"/>
          <a:ea typeface="MS PGothic" panose="020B0600070205080204" pitchFamily="34" charset="-128"/>
          <a:cs typeface="+mj-cs"/>
          <a:sym typeface="Gill Sans" charset="0"/>
        </a:defRPr>
      </a:lvl1pPr>
      <a:lvl2pPr algn="ctr" defTabSz="825500" rtl="0" eaLnBrk="0" fontAlgn="base" hangingPunct="0">
        <a:spcBef>
          <a:spcPct val="0"/>
        </a:spcBef>
        <a:spcAft>
          <a:spcPct val="0"/>
        </a:spcAft>
        <a:defRPr sz="11800">
          <a:solidFill>
            <a:srgbClr val="000000"/>
          </a:solidFill>
          <a:latin typeface="Gill Sans" charset="0"/>
          <a:ea typeface="MS PGothic" panose="020B0600070205080204" pitchFamily="34" charset="-128"/>
          <a:cs typeface="Gill Sans" charset="0"/>
          <a:sym typeface="Gill Sans" charset="0"/>
        </a:defRPr>
      </a:lvl2pPr>
      <a:lvl3pPr algn="ctr" defTabSz="825500" rtl="0" eaLnBrk="0" fontAlgn="base" hangingPunct="0">
        <a:spcBef>
          <a:spcPct val="0"/>
        </a:spcBef>
        <a:spcAft>
          <a:spcPct val="0"/>
        </a:spcAft>
        <a:defRPr sz="11800">
          <a:solidFill>
            <a:srgbClr val="000000"/>
          </a:solidFill>
          <a:latin typeface="Gill Sans" charset="0"/>
          <a:ea typeface="MS PGothic" panose="020B0600070205080204" pitchFamily="34" charset="-128"/>
          <a:cs typeface="Gill Sans" charset="0"/>
          <a:sym typeface="Gill Sans" charset="0"/>
        </a:defRPr>
      </a:lvl3pPr>
      <a:lvl4pPr algn="ctr" defTabSz="825500" rtl="0" eaLnBrk="0" fontAlgn="base" hangingPunct="0">
        <a:spcBef>
          <a:spcPct val="0"/>
        </a:spcBef>
        <a:spcAft>
          <a:spcPct val="0"/>
        </a:spcAft>
        <a:defRPr sz="11800">
          <a:solidFill>
            <a:srgbClr val="000000"/>
          </a:solidFill>
          <a:latin typeface="Gill Sans" charset="0"/>
          <a:ea typeface="MS PGothic" panose="020B0600070205080204" pitchFamily="34" charset="-128"/>
          <a:cs typeface="Gill Sans" charset="0"/>
          <a:sym typeface="Gill Sans" charset="0"/>
        </a:defRPr>
      </a:lvl4pPr>
      <a:lvl5pPr algn="ctr" defTabSz="825500" rtl="0" eaLnBrk="0" fontAlgn="base" hangingPunct="0">
        <a:spcBef>
          <a:spcPct val="0"/>
        </a:spcBef>
        <a:spcAft>
          <a:spcPct val="0"/>
        </a:spcAft>
        <a:defRPr sz="11800">
          <a:solidFill>
            <a:srgbClr val="000000"/>
          </a:solidFill>
          <a:latin typeface="Gill Sans" charset="0"/>
          <a:ea typeface="MS PGothic" panose="020B0600070205080204" pitchFamily="34" charset="-128"/>
          <a:cs typeface="Gill Sans" charset="0"/>
          <a:sym typeface="Gill Sans" charset="0"/>
        </a:defRPr>
      </a:lvl5pPr>
      <a:lvl6pPr marL="457200" algn="ctr" defTabSz="825500" rtl="0" fontAlgn="base" hangingPunct="0">
        <a:spcBef>
          <a:spcPct val="0"/>
        </a:spcBef>
        <a:spcAft>
          <a:spcPct val="0"/>
        </a:spcAft>
        <a:defRPr sz="11800">
          <a:solidFill>
            <a:srgbClr val="000000"/>
          </a:solidFill>
          <a:latin typeface="Gill Sans" charset="0"/>
          <a:ea typeface="ＭＳ Ｐゴシック" charset="0"/>
          <a:cs typeface="Gill Sans" charset="0"/>
          <a:sym typeface="Gill Sans" charset="0"/>
        </a:defRPr>
      </a:lvl6pPr>
      <a:lvl7pPr marL="914400" algn="ctr" defTabSz="825500" rtl="0" fontAlgn="base" hangingPunct="0">
        <a:spcBef>
          <a:spcPct val="0"/>
        </a:spcBef>
        <a:spcAft>
          <a:spcPct val="0"/>
        </a:spcAft>
        <a:defRPr sz="11800">
          <a:solidFill>
            <a:srgbClr val="000000"/>
          </a:solidFill>
          <a:latin typeface="Gill Sans" charset="0"/>
          <a:ea typeface="ＭＳ Ｐゴシック" charset="0"/>
          <a:cs typeface="Gill Sans" charset="0"/>
          <a:sym typeface="Gill Sans" charset="0"/>
        </a:defRPr>
      </a:lvl7pPr>
      <a:lvl8pPr marL="1371600" algn="ctr" defTabSz="825500" rtl="0" fontAlgn="base" hangingPunct="0">
        <a:spcBef>
          <a:spcPct val="0"/>
        </a:spcBef>
        <a:spcAft>
          <a:spcPct val="0"/>
        </a:spcAft>
        <a:defRPr sz="11800">
          <a:solidFill>
            <a:srgbClr val="000000"/>
          </a:solidFill>
          <a:latin typeface="Gill Sans" charset="0"/>
          <a:ea typeface="ＭＳ Ｐゴシック" charset="0"/>
          <a:cs typeface="Gill Sans" charset="0"/>
          <a:sym typeface="Gill Sans" charset="0"/>
        </a:defRPr>
      </a:lvl8pPr>
      <a:lvl9pPr marL="1828800" algn="ctr" defTabSz="825500" rtl="0" fontAlgn="base" hangingPunct="0">
        <a:spcBef>
          <a:spcPct val="0"/>
        </a:spcBef>
        <a:spcAft>
          <a:spcPct val="0"/>
        </a:spcAft>
        <a:defRPr sz="11800">
          <a:solidFill>
            <a:srgbClr val="000000"/>
          </a:solidFill>
          <a:latin typeface="Gill Sans" charset="0"/>
          <a:ea typeface="ＭＳ Ｐゴシック" charset="0"/>
          <a:cs typeface="Gill Sans" charset="0"/>
          <a:sym typeface="Gill Sans" charset="0"/>
        </a:defRPr>
      </a:lvl9pPr>
    </p:titleStyle>
    <p:bodyStyle>
      <a:lvl1pPr marL="342900" indent="-342900" algn="ctr" defTabSz="825500" rtl="0" eaLnBrk="0" fontAlgn="base" hangingPunct="0">
        <a:spcBef>
          <a:spcPct val="0"/>
        </a:spcBef>
        <a:spcAft>
          <a:spcPct val="0"/>
        </a:spcAft>
        <a:defRPr sz="4600">
          <a:solidFill>
            <a:srgbClr val="000000"/>
          </a:solidFill>
          <a:latin typeface="+mn-lt"/>
          <a:ea typeface="MS PGothic" panose="020B0600070205080204" pitchFamily="34" charset="-128"/>
          <a:cs typeface="+mn-cs"/>
          <a:sym typeface="Gill Sans" charset="0"/>
        </a:defRPr>
      </a:lvl1pPr>
      <a:lvl2pPr marL="742950" indent="-285750" algn="ctr" defTabSz="825500" rtl="0" eaLnBrk="0" fontAlgn="base" hangingPunct="0">
        <a:spcBef>
          <a:spcPct val="0"/>
        </a:spcBef>
        <a:spcAft>
          <a:spcPct val="0"/>
        </a:spcAft>
        <a:defRPr sz="4600">
          <a:solidFill>
            <a:srgbClr val="000000"/>
          </a:solidFill>
          <a:latin typeface="+mn-lt"/>
          <a:ea typeface="Gill Sans" charset="0"/>
          <a:cs typeface="+mn-cs"/>
          <a:sym typeface="Gill Sans" charset="0"/>
        </a:defRPr>
      </a:lvl2pPr>
      <a:lvl3pPr marL="1143000" indent="-228600" algn="ctr" defTabSz="825500" rtl="0" eaLnBrk="0" fontAlgn="base" hangingPunct="0">
        <a:spcBef>
          <a:spcPct val="0"/>
        </a:spcBef>
        <a:spcAft>
          <a:spcPct val="0"/>
        </a:spcAft>
        <a:defRPr sz="4600">
          <a:solidFill>
            <a:srgbClr val="000000"/>
          </a:solidFill>
          <a:latin typeface="+mn-lt"/>
          <a:ea typeface="Gill Sans" charset="0"/>
          <a:cs typeface="+mn-cs"/>
          <a:sym typeface="Gill Sans" charset="0"/>
        </a:defRPr>
      </a:lvl3pPr>
      <a:lvl4pPr marL="1600200" indent="-228600" algn="ctr" defTabSz="825500" rtl="0" eaLnBrk="0" fontAlgn="base" hangingPunct="0">
        <a:spcBef>
          <a:spcPct val="0"/>
        </a:spcBef>
        <a:spcAft>
          <a:spcPct val="0"/>
        </a:spcAft>
        <a:defRPr sz="4600">
          <a:solidFill>
            <a:srgbClr val="000000"/>
          </a:solidFill>
          <a:latin typeface="+mn-lt"/>
          <a:ea typeface="Gill Sans" charset="0"/>
          <a:cs typeface="+mn-cs"/>
          <a:sym typeface="Gill Sans" charset="0"/>
        </a:defRPr>
      </a:lvl4pPr>
      <a:lvl5pPr marL="2057400" indent="-228600" algn="ctr" defTabSz="825500" rtl="0" eaLnBrk="0" fontAlgn="base" hangingPunct="0">
        <a:spcBef>
          <a:spcPct val="0"/>
        </a:spcBef>
        <a:spcAft>
          <a:spcPct val="0"/>
        </a:spcAft>
        <a:defRPr sz="4600">
          <a:solidFill>
            <a:srgbClr val="000000"/>
          </a:solidFill>
          <a:latin typeface="+mn-lt"/>
          <a:ea typeface="Gill Sans" charset="0"/>
          <a:cs typeface="+mn-cs"/>
          <a:sym typeface="Gill Sans" charset="0"/>
        </a:defRPr>
      </a:lvl5pPr>
      <a:lvl6pPr marL="457200" algn="ctr" defTabSz="825500" rtl="0" fontAlgn="base" hangingPunct="0">
        <a:spcBef>
          <a:spcPct val="0"/>
        </a:spcBef>
        <a:spcAft>
          <a:spcPct val="0"/>
        </a:spcAft>
        <a:defRPr sz="4600">
          <a:solidFill>
            <a:srgbClr val="000000"/>
          </a:solidFill>
          <a:latin typeface="+mn-lt"/>
          <a:ea typeface="Gill Sans" charset="0"/>
          <a:cs typeface="+mn-cs"/>
          <a:sym typeface="Gill Sans" charset="0"/>
        </a:defRPr>
      </a:lvl6pPr>
      <a:lvl7pPr marL="914400" algn="ctr" defTabSz="825500" rtl="0" fontAlgn="base" hangingPunct="0">
        <a:spcBef>
          <a:spcPct val="0"/>
        </a:spcBef>
        <a:spcAft>
          <a:spcPct val="0"/>
        </a:spcAft>
        <a:defRPr sz="4600">
          <a:solidFill>
            <a:srgbClr val="000000"/>
          </a:solidFill>
          <a:latin typeface="+mn-lt"/>
          <a:ea typeface="Gill Sans" charset="0"/>
          <a:cs typeface="+mn-cs"/>
          <a:sym typeface="Gill Sans" charset="0"/>
        </a:defRPr>
      </a:lvl7pPr>
      <a:lvl8pPr marL="1371600" algn="ctr" defTabSz="825500" rtl="0" fontAlgn="base" hangingPunct="0">
        <a:spcBef>
          <a:spcPct val="0"/>
        </a:spcBef>
        <a:spcAft>
          <a:spcPct val="0"/>
        </a:spcAft>
        <a:defRPr sz="4600">
          <a:solidFill>
            <a:srgbClr val="000000"/>
          </a:solidFill>
          <a:latin typeface="+mn-lt"/>
          <a:ea typeface="Gill Sans" charset="0"/>
          <a:cs typeface="+mn-cs"/>
          <a:sym typeface="Gill Sans" charset="0"/>
        </a:defRPr>
      </a:lvl8pPr>
      <a:lvl9pPr marL="1828800" algn="ctr" defTabSz="825500" rtl="0" fontAlgn="base" hangingPunct="0">
        <a:spcBef>
          <a:spcPct val="0"/>
        </a:spcBef>
        <a:spcAft>
          <a:spcPct val="0"/>
        </a:spcAft>
        <a:defRPr sz="4600">
          <a:solidFill>
            <a:srgbClr val="000000"/>
          </a:solidFill>
          <a:latin typeface="+mn-lt"/>
          <a:ea typeface="Gill Sans" charset="0"/>
          <a:cs typeface="+mn-cs"/>
          <a:sym typeface="Gill Sans" charset="0"/>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p:cNvSpPr>
          <p:nvPr/>
        </p:nvSpPr>
        <p:spPr bwMode="auto">
          <a:xfrm>
            <a:off x="20472920" y="11754544"/>
            <a:ext cx="2952328" cy="6223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lnSpc>
                <a:spcPct val="120000"/>
              </a:lnSpc>
              <a:spcBef>
                <a:spcPts val="1700"/>
              </a:spcBef>
              <a:defRPr/>
            </a:pPr>
            <a:r>
              <a:rPr lang="es-ES" sz="1800" b="1" dirty="0">
                <a:solidFill>
                  <a:srgbClr val="838383"/>
                </a:solidFill>
                <a:latin typeface="Lato" charset="0"/>
                <a:ea typeface="ＭＳ Ｐゴシック" charset="0"/>
                <a:cs typeface="Lato" charset="0"/>
                <a:sym typeface="Lato" charset="0"/>
              </a:rPr>
              <a:t>David Bueno Carmona</a:t>
            </a:r>
            <a:endParaRPr lang="es-ES" b="1" dirty="0">
              <a:ea typeface="ＭＳ Ｐゴシック" charset="0"/>
            </a:endParaRPr>
          </a:p>
        </p:txBody>
      </p:sp>
      <p:sp>
        <p:nvSpPr>
          <p:cNvPr id="3074" name="AutoShape 2"/>
          <p:cNvSpPr>
            <a:spLocks/>
          </p:cNvSpPr>
          <p:nvPr/>
        </p:nvSpPr>
        <p:spPr bwMode="auto">
          <a:xfrm>
            <a:off x="20472920" y="11250488"/>
            <a:ext cx="45085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spcBef>
                <a:spcPts val="1700"/>
              </a:spcBef>
              <a:defRPr/>
            </a:pPr>
            <a:r>
              <a:rPr lang="es-ES" sz="2300" b="1" dirty="0">
                <a:solidFill>
                  <a:srgbClr val="929292"/>
                </a:solidFill>
                <a:latin typeface="Lato" charset="0"/>
                <a:ea typeface="ＭＳ Ｐゴシック" charset="0"/>
                <a:cs typeface="Lato" charset="0"/>
                <a:sym typeface="Lato" charset="0"/>
              </a:rPr>
              <a:t>Realizado por:</a:t>
            </a:r>
            <a:endParaRPr lang="es-ES" dirty="0">
              <a:ea typeface="ＭＳ Ｐゴシック" charset="0"/>
            </a:endParaRPr>
          </a:p>
        </p:txBody>
      </p:sp>
      <p:sp>
        <p:nvSpPr>
          <p:cNvPr id="3076" name="AutoShape 4"/>
          <p:cNvSpPr>
            <a:spLocks/>
          </p:cNvSpPr>
          <p:nvPr/>
        </p:nvSpPr>
        <p:spPr bwMode="auto">
          <a:xfrm>
            <a:off x="1894856" y="3691325"/>
            <a:ext cx="20450272" cy="504056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8000" b="1" dirty="0">
              <a:solidFill>
                <a:srgbClr val="0C436D"/>
              </a:solidFill>
              <a:latin typeface="Lato" charset="0"/>
              <a:ea typeface="ＭＳ Ｐゴシック" charset="0"/>
              <a:cs typeface="Lato" charset="0"/>
              <a:sym typeface="Lato" charset="0"/>
            </a:endParaRPr>
          </a:p>
          <a:p>
            <a:pPr>
              <a:defRPr/>
            </a:pPr>
            <a:r>
              <a:rPr lang="es-ES" sz="8000" b="1" dirty="0" err="1">
                <a:solidFill>
                  <a:schemeClr val="accent6"/>
                </a:solidFill>
                <a:latin typeface="Lato" charset="0"/>
                <a:ea typeface="ＭＳ Ｐゴシック" charset="0"/>
                <a:cs typeface="Lato" charset="0"/>
                <a:sym typeface="Lato" charset="0"/>
              </a:rPr>
              <a:t>TFGinfo</a:t>
            </a:r>
            <a:endParaRPr lang="es-ES" sz="8000" b="1" dirty="0">
              <a:solidFill>
                <a:srgbClr val="0C436D"/>
              </a:solidFill>
              <a:latin typeface="Lato" charset="0"/>
              <a:ea typeface="ＭＳ Ｐゴシック" charset="0"/>
              <a:cs typeface="Lato" charset="0"/>
              <a:sym typeface="Lato" charset="0"/>
            </a:endParaRPr>
          </a:p>
          <a:p>
            <a:pPr>
              <a:defRPr/>
            </a:pPr>
            <a:r>
              <a:rPr lang="es-ES" sz="8000" b="1" dirty="0">
                <a:solidFill>
                  <a:srgbClr val="0C436D"/>
                </a:solidFill>
                <a:latin typeface="Lato" charset="0"/>
                <a:ea typeface="ＭＳ Ｐゴシック" charset="0"/>
                <a:cs typeface="Lato" charset="0"/>
                <a:sym typeface="Lato" charset="0"/>
              </a:rPr>
              <a:t>Desarrollo de una aplicación web progresiva sobre la gestión de trabajos de fin de grado</a:t>
            </a:r>
          </a:p>
          <a:p>
            <a:pPr>
              <a:defRPr/>
            </a:pPr>
            <a:endParaRPr lang="es-ES" sz="8000" b="1" dirty="0">
              <a:solidFill>
                <a:srgbClr val="0C436D"/>
              </a:solidFill>
              <a:latin typeface="Lato" charset="0"/>
              <a:ea typeface="ＭＳ Ｐゴシック" charset="0"/>
              <a:cs typeface="Lato" charset="0"/>
              <a:sym typeface="Lato" charset="0"/>
            </a:endParaRPr>
          </a:p>
          <a:p>
            <a:pPr>
              <a:defRPr/>
            </a:pPr>
            <a:r>
              <a:rPr lang="es-ES" sz="2800" b="1" dirty="0">
                <a:solidFill>
                  <a:srgbClr val="929292"/>
                </a:solidFill>
                <a:latin typeface="Lato" charset="0"/>
                <a:ea typeface="ＭＳ Ｐゴシック" charset="0"/>
                <a:cs typeface="Lato" charset="0"/>
                <a:sym typeface="Lato" charset="0"/>
              </a:rPr>
              <a:t>Grado en Ingeniería del Software</a:t>
            </a:r>
          </a:p>
          <a:p>
            <a:pPr>
              <a:defRPr/>
            </a:pPr>
            <a:endParaRPr lang="es-ES" sz="2800" b="1" dirty="0">
              <a:solidFill>
                <a:srgbClr val="929292"/>
              </a:solidFill>
              <a:latin typeface="Lato" charset="0"/>
              <a:ea typeface="ＭＳ Ｐゴシック" charset="0"/>
              <a:cs typeface="Lato" charset="0"/>
              <a:sym typeface="Lato" charset="0"/>
            </a:endParaRPr>
          </a:p>
          <a:p>
            <a:pPr>
              <a:defRPr/>
            </a:pPr>
            <a:r>
              <a:rPr lang="es-ES" sz="2800" b="1" dirty="0">
                <a:solidFill>
                  <a:srgbClr val="929292"/>
                </a:solidFill>
                <a:latin typeface="Lato" charset="0"/>
                <a:ea typeface="ＭＳ Ｐゴシック" charset="0"/>
                <a:cs typeface="Lato" charset="0"/>
                <a:sym typeface="Lato" charset="0"/>
              </a:rPr>
              <a:t>Departamento de Lenguajes y Ciencias de la computación</a:t>
            </a:r>
            <a:endParaRPr lang="es-ES" sz="2800" dirty="0">
              <a:ea typeface="ＭＳ Ｐゴシック" charset="0"/>
            </a:endParaRPr>
          </a:p>
          <a:p>
            <a:pPr>
              <a:defRPr/>
            </a:pPr>
            <a:endParaRPr lang="es-ES" sz="2800" dirty="0">
              <a:ea typeface="ＭＳ Ｐゴシック" charset="0"/>
            </a:endParaRPr>
          </a:p>
          <a:p>
            <a:pPr>
              <a:defRPr/>
            </a:pPr>
            <a:r>
              <a:rPr lang="es-ES" sz="2800" b="1" dirty="0">
                <a:solidFill>
                  <a:srgbClr val="929292"/>
                </a:solidFill>
                <a:latin typeface="Lato Black" panose="020F0502020204030203" pitchFamily="34" charset="0"/>
                <a:ea typeface="Lato Black" panose="020F0502020204030203" pitchFamily="34" charset="0"/>
                <a:cs typeface="Lato Black" panose="020F0502020204030203" pitchFamily="34" charset="0"/>
                <a:sym typeface="Lato" charset="0"/>
              </a:rPr>
              <a:t> </a:t>
            </a:r>
            <a:endParaRPr lang="es-ES" sz="8000" b="1" dirty="0">
              <a:solidFill>
                <a:srgbClr val="0C436D"/>
              </a:solidFill>
              <a:latin typeface="Lato" charset="0"/>
              <a:ea typeface="ＭＳ Ｐゴシック" charset="0"/>
              <a:cs typeface="Lato" charset="0"/>
              <a:sym typeface="Lato" charset="0"/>
            </a:endParaRPr>
          </a:p>
        </p:txBody>
      </p:sp>
      <p:pic>
        <p:nvPicPr>
          <p:cNvPr id="1028" name="Picture 4">
            <a:extLst>
              <a:ext uri="{FF2B5EF4-FFF2-40B4-BE49-F238E27FC236}">
                <a16:creationId xmlns:a16="http://schemas.microsoft.com/office/drawing/2014/main" id="{C1791FB2-A3F4-F6E2-8511-CA8838AD2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6416" y="737320"/>
            <a:ext cx="5400600" cy="161480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MA-PDI">
            <a:extLst>
              <a:ext uri="{FF2B5EF4-FFF2-40B4-BE49-F238E27FC236}">
                <a16:creationId xmlns:a16="http://schemas.microsoft.com/office/drawing/2014/main" id="{5DD94454-4231-295B-BF68-6086DC6CB0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8792" y="722498"/>
            <a:ext cx="10009112" cy="1849510"/>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1">
            <a:extLst>
              <a:ext uri="{FF2B5EF4-FFF2-40B4-BE49-F238E27FC236}">
                <a16:creationId xmlns:a16="http://schemas.microsoft.com/office/drawing/2014/main" id="{5E80B2CE-7CD8-33B0-5575-AF3D49CE309B}"/>
              </a:ext>
            </a:extLst>
          </p:cNvPr>
          <p:cNvSpPr>
            <a:spLocks/>
          </p:cNvSpPr>
          <p:nvPr/>
        </p:nvSpPr>
        <p:spPr bwMode="auto">
          <a:xfrm>
            <a:off x="20472920" y="12811546"/>
            <a:ext cx="3200736" cy="6223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lnSpc>
                <a:spcPct val="120000"/>
              </a:lnSpc>
              <a:spcBef>
                <a:spcPts val="1700"/>
              </a:spcBef>
              <a:defRPr/>
            </a:pPr>
            <a:r>
              <a:rPr lang="es-ES" sz="1800" b="1" dirty="0">
                <a:solidFill>
                  <a:srgbClr val="838383"/>
                </a:solidFill>
                <a:latin typeface="Lato" charset="0"/>
                <a:ea typeface="ＭＳ Ｐゴシック" charset="0"/>
                <a:cs typeface="Lato" charset="0"/>
                <a:sym typeface="Lato" charset="0"/>
              </a:rPr>
              <a:t>Eduardo Guzmán de los Riscos</a:t>
            </a:r>
            <a:endParaRPr lang="es-ES" b="1" dirty="0">
              <a:ea typeface="ＭＳ Ｐゴシック" charset="0"/>
            </a:endParaRPr>
          </a:p>
        </p:txBody>
      </p:sp>
      <p:sp>
        <p:nvSpPr>
          <p:cNvPr id="3" name="AutoShape 2">
            <a:extLst>
              <a:ext uri="{FF2B5EF4-FFF2-40B4-BE49-F238E27FC236}">
                <a16:creationId xmlns:a16="http://schemas.microsoft.com/office/drawing/2014/main" id="{FDB9C421-E205-53DE-D550-2EAB9EC60BA9}"/>
              </a:ext>
            </a:extLst>
          </p:cNvPr>
          <p:cNvSpPr>
            <a:spLocks/>
          </p:cNvSpPr>
          <p:nvPr/>
        </p:nvSpPr>
        <p:spPr bwMode="auto">
          <a:xfrm>
            <a:off x="20472920" y="12307490"/>
            <a:ext cx="45085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spcBef>
                <a:spcPts val="1700"/>
              </a:spcBef>
              <a:defRPr/>
            </a:pPr>
            <a:r>
              <a:rPr lang="es-ES" sz="2300" b="1" dirty="0">
                <a:solidFill>
                  <a:srgbClr val="929292"/>
                </a:solidFill>
                <a:latin typeface="Lato" charset="0"/>
                <a:ea typeface="ＭＳ Ｐゴシック" charset="0"/>
                <a:cs typeface="Lato" charset="0"/>
                <a:sym typeface="Lato" charset="0"/>
              </a:rPr>
              <a:t>Tutorizado por:</a:t>
            </a:r>
            <a:endParaRPr lang="es-ES" dirty="0">
              <a:ea typeface="ＭＳ Ｐゴシック" charset="0"/>
            </a:endParaRPr>
          </a:p>
        </p:txBody>
      </p:sp>
      <p:sp>
        <p:nvSpPr>
          <p:cNvPr id="6" name="AutoShape 4">
            <a:extLst>
              <a:ext uri="{FF2B5EF4-FFF2-40B4-BE49-F238E27FC236}">
                <a16:creationId xmlns:a16="http://schemas.microsoft.com/office/drawing/2014/main" id="{1808989F-73C2-FB07-6486-A04AAE591520}"/>
              </a:ext>
            </a:extLst>
          </p:cNvPr>
          <p:cNvSpPr>
            <a:spLocks/>
          </p:cNvSpPr>
          <p:nvPr/>
        </p:nvSpPr>
        <p:spPr bwMode="auto">
          <a:xfrm>
            <a:off x="1589464" y="2944960"/>
            <a:ext cx="20450272" cy="15303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8800" dirty="0">
              <a:solidFill>
                <a:schemeClr val="accent6"/>
              </a:solidFill>
              <a:ea typeface="ＭＳ Ｐゴシック"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42F5161-9456-E914-E1BC-FE0B7C2D20FB}"/>
              </a:ext>
            </a:extLst>
          </p:cNvPr>
          <p:cNvSpPr/>
          <p:nvPr/>
        </p:nvSpPr>
        <p:spPr bwMode="auto">
          <a:xfrm>
            <a:off x="0" y="0"/>
            <a:ext cx="24384000" cy="13716000"/>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a:ln>
                <a:noFill/>
              </a:ln>
              <a:solidFill>
                <a:srgbClr val="000000"/>
              </a:solidFill>
              <a:effectLst/>
              <a:latin typeface="Gill Sans" charset="0"/>
              <a:ea typeface="ＭＳ Ｐゴシック" charset="0"/>
              <a:cs typeface="Gill Sans" charset="0"/>
              <a:sym typeface="Gill Sans" charset="0"/>
            </a:endParaRPr>
          </a:p>
        </p:txBody>
      </p:sp>
      <p:sp>
        <p:nvSpPr>
          <p:cNvPr id="4099" name="AutoShape 3"/>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fld id="{04780700-BBB2-4E6F-8097-3323D162CB8F}" type="slidenum">
              <a:rPr lang="es-ES" altLang="en-US" sz="1800" smtClean="0">
                <a:solidFill>
                  <a:srgbClr val="FFFFFF"/>
                </a:solidFill>
                <a:latin typeface="Arial" panose="020B0604020202020204" pitchFamily="34" charset="0"/>
                <a:cs typeface="Arial" panose="020B0604020202020204" pitchFamily="34" charset="0"/>
                <a:sym typeface="Arial" panose="020B0604020202020204" pitchFamily="34" charset="0"/>
              </a:rPr>
              <a:pPr algn="l" eaLnBrk="1"/>
              <a:t>2</a:t>
            </a:fld>
            <a:endParaRPr lang="es-ES" altLang="en-US" dirty="0"/>
          </a:p>
        </p:txBody>
      </p:sp>
      <p:sp>
        <p:nvSpPr>
          <p:cNvPr id="4100" name="AutoShape 4"/>
          <p:cNvSpPr>
            <a:spLocks/>
          </p:cNvSpPr>
          <p:nvPr/>
        </p:nvSpPr>
        <p:spPr bwMode="auto">
          <a:xfrm>
            <a:off x="2526606" y="628448"/>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r>
              <a:rPr lang="es-ES" b="1" dirty="0">
                <a:solidFill>
                  <a:srgbClr val="404040"/>
                </a:solidFill>
                <a:latin typeface="Lato" charset="0"/>
                <a:ea typeface="ＭＳ Ｐゴシック" charset="0"/>
                <a:cs typeface="Lato" charset="0"/>
                <a:sym typeface="Lato" charset="0"/>
              </a:rPr>
              <a:t>Índice</a:t>
            </a:r>
            <a:endParaRPr lang="es-ES" dirty="0">
              <a:ea typeface="ＭＳ Ｐゴシック" charset="0"/>
            </a:endParaRPr>
          </a:p>
        </p:txBody>
      </p:sp>
      <p:sp>
        <p:nvSpPr>
          <p:cNvPr id="4109" name="AutoShape 6">
            <a:extLst>
              <a:ext uri="{FF2B5EF4-FFF2-40B4-BE49-F238E27FC236}">
                <a16:creationId xmlns:a16="http://schemas.microsoft.com/office/drawing/2014/main" id="{2ABC87B6-11A9-7743-02A9-C605A2CF36D6}"/>
              </a:ext>
            </a:extLst>
          </p:cNvPr>
          <p:cNvSpPr>
            <a:spLocks/>
          </p:cNvSpPr>
          <p:nvPr/>
        </p:nvSpPr>
        <p:spPr bwMode="auto">
          <a:xfrm>
            <a:off x="16080432" y="2467668"/>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3</a:t>
            </a:r>
          </a:p>
        </p:txBody>
      </p:sp>
      <p:sp>
        <p:nvSpPr>
          <p:cNvPr id="4111" name="AutoShape 14">
            <a:extLst>
              <a:ext uri="{FF2B5EF4-FFF2-40B4-BE49-F238E27FC236}">
                <a16:creationId xmlns:a16="http://schemas.microsoft.com/office/drawing/2014/main" id="{90E1000A-34D4-2209-A9D6-9749A71DD513}"/>
              </a:ext>
            </a:extLst>
          </p:cNvPr>
          <p:cNvSpPr>
            <a:spLocks/>
          </p:cNvSpPr>
          <p:nvPr/>
        </p:nvSpPr>
        <p:spPr bwMode="auto">
          <a:xfrm>
            <a:off x="14456419" y="4099618"/>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112" name="AutoShape 15">
            <a:extLst>
              <a:ext uri="{FF2B5EF4-FFF2-40B4-BE49-F238E27FC236}">
                <a16:creationId xmlns:a16="http://schemas.microsoft.com/office/drawing/2014/main" id="{EA77B91A-82F8-DBAB-2E12-047D201CEEAA}"/>
              </a:ext>
            </a:extLst>
          </p:cNvPr>
          <p:cNvSpPr>
            <a:spLocks/>
          </p:cNvSpPr>
          <p:nvPr/>
        </p:nvSpPr>
        <p:spPr bwMode="auto">
          <a:xfrm>
            <a:off x="14545319" y="4552055"/>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Especificación y análisis</a:t>
            </a:r>
            <a:endParaRPr lang="es-ES" dirty="0">
              <a:ea typeface="ＭＳ Ｐゴシック" charset="0"/>
            </a:endParaRPr>
          </a:p>
        </p:txBody>
      </p:sp>
      <p:sp>
        <p:nvSpPr>
          <p:cNvPr id="4114" name="AutoShape 12">
            <a:extLst>
              <a:ext uri="{FF2B5EF4-FFF2-40B4-BE49-F238E27FC236}">
                <a16:creationId xmlns:a16="http://schemas.microsoft.com/office/drawing/2014/main" id="{262830F1-F0EB-AF2B-4AA9-584BE4320268}"/>
              </a:ext>
            </a:extLst>
          </p:cNvPr>
          <p:cNvSpPr>
            <a:spLocks/>
          </p:cNvSpPr>
          <p:nvPr/>
        </p:nvSpPr>
        <p:spPr bwMode="auto">
          <a:xfrm>
            <a:off x="11154419" y="2902194"/>
            <a:ext cx="508000" cy="508000"/>
          </a:xfrm>
          <a:custGeom>
            <a:avLst/>
            <a:gdLst>
              <a:gd name="T0" fmla="*/ 254000 w 21376"/>
              <a:gd name="T1" fmla="*/ 254000 h 21600"/>
              <a:gd name="T2" fmla="*/ 254000 w 21376"/>
              <a:gd name="T3" fmla="*/ 254000 h 21600"/>
              <a:gd name="T4" fmla="*/ 254000 w 21376"/>
              <a:gd name="T5" fmla="*/ 254000 h 21600"/>
              <a:gd name="T6" fmla="*/ 254000 w 21376"/>
              <a:gd name="T7" fmla="*/ 254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rgbClr val="46C1A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4115" name="AutoShape 14">
            <a:extLst>
              <a:ext uri="{FF2B5EF4-FFF2-40B4-BE49-F238E27FC236}">
                <a16:creationId xmlns:a16="http://schemas.microsoft.com/office/drawing/2014/main" id="{A70CAD0F-54BE-6699-3BF5-63326CE3FD26}"/>
              </a:ext>
            </a:extLst>
          </p:cNvPr>
          <p:cNvSpPr>
            <a:spLocks/>
          </p:cNvSpPr>
          <p:nvPr/>
        </p:nvSpPr>
        <p:spPr bwMode="auto">
          <a:xfrm>
            <a:off x="9065269" y="4121394"/>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116" name="AutoShape 15">
            <a:extLst>
              <a:ext uri="{FF2B5EF4-FFF2-40B4-BE49-F238E27FC236}">
                <a16:creationId xmlns:a16="http://schemas.microsoft.com/office/drawing/2014/main" id="{96D4A391-853B-C7DD-12B0-A543258BE1BB}"/>
              </a:ext>
            </a:extLst>
          </p:cNvPr>
          <p:cNvSpPr>
            <a:spLocks/>
          </p:cNvSpPr>
          <p:nvPr/>
        </p:nvSpPr>
        <p:spPr bwMode="auto">
          <a:xfrm>
            <a:off x="9154169" y="4573831"/>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Tecnologías</a:t>
            </a:r>
            <a:endParaRPr lang="es-ES" dirty="0">
              <a:ea typeface="ＭＳ Ｐゴシック" charset="0"/>
            </a:endParaRPr>
          </a:p>
        </p:txBody>
      </p:sp>
      <p:sp>
        <p:nvSpPr>
          <p:cNvPr id="4118" name="AutoShape 12">
            <a:extLst>
              <a:ext uri="{FF2B5EF4-FFF2-40B4-BE49-F238E27FC236}">
                <a16:creationId xmlns:a16="http://schemas.microsoft.com/office/drawing/2014/main" id="{27E38363-5600-D0E0-1EE6-9CE5A7CC59DD}"/>
              </a:ext>
            </a:extLst>
          </p:cNvPr>
          <p:cNvSpPr>
            <a:spLocks/>
          </p:cNvSpPr>
          <p:nvPr/>
        </p:nvSpPr>
        <p:spPr bwMode="auto">
          <a:xfrm>
            <a:off x="5435451" y="2880418"/>
            <a:ext cx="508000" cy="508000"/>
          </a:xfrm>
          <a:custGeom>
            <a:avLst/>
            <a:gdLst>
              <a:gd name="T0" fmla="*/ 254000 w 21376"/>
              <a:gd name="T1" fmla="*/ 254000 h 21600"/>
              <a:gd name="T2" fmla="*/ 254000 w 21376"/>
              <a:gd name="T3" fmla="*/ 254000 h 21600"/>
              <a:gd name="T4" fmla="*/ 254000 w 21376"/>
              <a:gd name="T5" fmla="*/ 254000 h 21600"/>
              <a:gd name="T6" fmla="*/ 254000 w 21376"/>
              <a:gd name="T7" fmla="*/ 254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rgbClr val="46C1A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4119" name="AutoShape 14">
            <a:extLst>
              <a:ext uri="{FF2B5EF4-FFF2-40B4-BE49-F238E27FC236}">
                <a16:creationId xmlns:a16="http://schemas.microsoft.com/office/drawing/2014/main" id="{92F3B9B1-D791-BD3E-4637-4091BEF7AC33}"/>
              </a:ext>
            </a:extLst>
          </p:cNvPr>
          <p:cNvSpPr>
            <a:spLocks/>
          </p:cNvSpPr>
          <p:nvPr/>
        </p:nvSpPr>
        <p:spPr bwMode="auto">
          <a:xfrm>
            <a:off x="3346301" y="4099618"/>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dirty="0"/>
          </a:p>
        </p:txBody>
      </p:sp>
      <p:sp>
        <p:nvSpPr>
          <p:cNvPr id="4120" name="AutoShape 15">
            <a:extLst>
              <a:ext uri="{FF2B5EF4-FFF2-40B4-BE49-F238E27FC236}">
                <a16:creationId xmlns:a16="http://schemas.microsoft.com/office/drawing/2014/main" id="{A5ED0396-A411-FCBD-19C0-EAFAEEF2FC81}"/>
              </a:ext>
            </a:extLst>
          </p:cNvPr>
          <p:cNvSpPr>
            <a:spLocks/>
          </p:cNvSpPr>
          <p:nvPr/>
        </p:nvSpPr>
        <p:spPr bwMode="auto">
          <a:xfrm>
            <a:off x="3435201" y="4552055"/>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Introducción y Motivación</a:t>
            </a:r>
            <a:endParaRPr lang="es-ES" dirty="0">
              <a:ea typeface="ＭＳ Ｐゴシック" charset="0"/>
            </a:endParaRPr>
          </a:p>
        </p:txBody>
      </p:sp>
      <p:sp>
        <p:nvSpPr>
          <p:cNvPr id="4122" name="AutoShape 12">
            <a:extLst>
              <a:ext uri="{FF2B5EF4-FFF2-40B4-BE49-F238E27FC236}">
                <a16:creationId xmlns:a16="http://schemas.microsoft.com/office/drawing/2014/main" id="{F37D6C30-E65A-A6D1-DBCA-8CED5DE1C6EA}"/>
              </a:ext>
            </a:extLst>
          </p:cNvPr>
          <p:cNvSpPr>
            <a:spLocks/>
          </p:cNvSpPr>
          <p:nvPr/>
        </p:nvSpPr>
        <p:spPr bwMode="auto">
          <a:xfrm>
            <a:off x="5435451" y="6772275"/>
            <a:ext cx="508000" cy="508000"/>
          </a:xfrm>
          <a:custGeom>
            <a:avLst/>
            <a:gdLst>
              <a:gd name="T0" fmla="*/ 254000 w 21376"/>
              <a:gd name="T1" fmla="*/ 254000 h 21600"/>
              <a:gd name="T2" fmla="*/ 254000 w 21376"/>
              <a:gd name="T3" fmla="*/ 254000 h 21600"/>
              <a:gd name="T4" fmla="*/ 254000 w 21376"/>
              <a:gd name="T5" fmla="*/ 254000 h 21600"/>
              <a:gd name="T6" fmla="*/ 254000 w 21376"/>
              <a:gd name="T7" fmla="*/ 254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rgbClr val="46C1A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4123" name="AutoShape 14">
            <a:extLst>
              <a:ext uri="{FF2B5EF4-FFF2-40B4-BE49-F238E27FC236}">
                <a16:creationId xmlns:a16="http://schemas.microsoft.com/office/drawing/2014/main" id="{592D5B5B-0A19-AB3F-5BD2-ADE8052B1E00}"/>
              </a:ext>
            </a:extLst>
          </p:cNvPr>
          <p:cNvSpPr>
            <a:spLocks/>
          </p:cNvSpPr>
          <p:nvPr/>
        </p:nvSpPr>
        <p:spPr bwMode="auto">
          <a:xfrm>
            <a:off x="3346301" y="7991475"/>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124" name="AutoShape 15">
            <a:extLst>
              <a:ext uri="{FF2B5EF4-FFF2-40B4-BE49-F238E27FC236}">
                <a16:creationId xmlns:a16="http://schemas.microsoft.com/office/drawing/2014/main" id="{9E7C3CB5-996A-23FD-BF9E-55C69E60EAFA}"/>
              </a:ext>
            </a:extLst>
          </p:cNvPr>
          <p:cNvSpPr>
            <a:spLocks/>
          </p:cNvSpPr>
          <p:nvPr/>
        </p:nvSpPr>
        <p:spPr bwMode="auto">
          <a:xfrm>
            <a:off x="3435201" y="8443912"/>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Diseño</a:t>
            </a:r>
            <a:endParaRPr lang="es-ES" dirty="0">
              <a:ea typeface="ＭＳ Ｐゴシック" charset="0"/>
            </a:endParaRPr>
          </a:p>
        </p:txBody>
      </p:sp>
      <p:sp>
        <p:nvSpPr>
          <p:cNvPr id="4126" name="AutoShape 12">
            <a:extLst>
              <a:ext uri="{FF2B5EF4-FFF2-40B4-BE49-F238E27FC236}">
                <a16:creationId xmlns:a16="http://schemas.microsoft.com/office/drawing/2014/main" id="{12F5C7EF-6B4E-842D-74F2-B82CA28781C9}"/>
              </a:ext>
            </a:extLst>
          </p:cNvPr>
          <p:cNvSpPr>
            <a:spLocks/>
          </p:cNvSpPr>
          <p:nvPr/>
        </p:nvSpPr>
        <p:spPr bwMode="auto">
          <a:xfrm>
            <a:off x="11154419" y="6772275"/>
            <a:ext cx="508000" cy="508000"/>
          </a:xfrm>
          <a:custGeom>
            <a:avLst/>
            <a:gdLst>
              <a:gd name="T0" fmla="*/ 254000 w 21376"/>
              <a:gd name="T1" fmla="*/ 254000 h 21600"/>
              <a:gd name="T2" fmla="*/ 254000 w 21376"/>
              <a:gd name="T3" fmla="*/ 254000 h 21600"/>
              <a:gd name="T4" fmla="*/ 254000 w 21376"/>
              <a:gd name="T5" fmla="*/ 254000 h 21600"/>
              <a:gd name="T6" fmla="*/ 254000 w 21376"/>
              <a:gd name="T7" fmla="*/ 254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rgbClr val="46C1A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4127" name="AutoShape 14">
            <a:extLst>
              <a:ext uri="{FF2B5EF4-FFF2-40B4-BE49-F238E27FC236}">
                <a16:creationId xmlns:a16="http://schemas.microsoft.com/office/drawing/2014/main" id="{EE2940FF-AF99-F636-8A23-AA259B410FAE}"/>
              </a:ext>
            </a:extLst>
          </p:cNvPr>
          <p:cNvSpPr>
            <a:spLocks/>
          </p:cNvSpPr>
          <p:nvPr/>
        </p:nvSpPr>
        <p:spPr bwMode="auto">
          <a:xfrm>
            <a:off x="9065269" y="7991475"/>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128" name="AutoShape 15">
            <a:extLst>
              <a:ext uri="{FF2B5EF4-FFF2-40B4-BE49-F238E27FC236}">
                <a16:creationId xmlns:a16="http://schemas.microsoft.com/office/drawing/2014/main" id="{4572E244-B00A-3CD5-57EA-96A61C87B503}"/>
              </a:ext>
            </a:extLst>
          </p:cNvPr>
          <p:cNvSpPr>
            <a:spLocks/>
          </p:cNvSpPr>
          <p:nvPr/>
        </p:nvSpPr>
        <p:spPr bwMode="auto">
          <a:xfrm>
            <a:off x="9154169" y="8443912"/>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Implementación</a:t>
            </a:r>
            <a:endParaRPr lang="es-ES" dirty="0">
              <a:ea typeface="ＭＳ Ｐゴシック" charset="0"/>
            </a:endParaRPr>
          </a:p>
        </p:txBody>
      </p:sp>
      <p:sp>
        <p:nvSpPr>
          <p:cNvPr id="4130" name="AutoShape 12">
            <a:extLst>
              <a:ext uri="{FF2B5EF4-FFF2-40B4-BE49-F238E27FC236}">
                <a16:creationId xmlns:a16="http://schemas.microsoft.com/office/drawing/2014/main" id="{5CA07B1E-C66B-2A53-652B-1F7C506C396C}"/>
              </a:ext>
            </a:extLst>
          </p:cNvPr>
          <p:cNvSpPr>
            <a:spLocks/>
          </p:cNvSpPr>
          <p:nvPr/>
        </p:nvSpPr>
        <p:spPr bwMode="auto">
          <a:xfrm>
            <a:off x="16545569" y="6772275"/>
            <a:ext cx="508000" cy="508000"/>
          </a:xfrm>
          <a:custGeom>
            <a:avLst/>
            <a:gdLst>
              <a:gd name="T0" fmla="*/ 254000 w 21376"/>
              <a:gd name="T1" fmla="*/ 254000 h 21600"/>
              <a:gd name="T2" fmla="*/ 254000 w 21376"/>
              <a:gd name="T3" fmla="*/ 254000 h 21600"/>
              <a:gd name="T4" fmla="*/ 254000 w 21376"/>
              <a:gd name="T5" fmla="*/ 254000 h 21600"/>
              <a:gd name="T6" fmla="*/ 254000 w 21376"/>
              <a:gd name="T7" fmla="*/ 25400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5"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rgbClr val="46C1A4"/>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4131" name="AutoShape 14">
            <a:extLst>
              <a:ext uri="{FF2B5EF4-FFF2-40B4-BE49-F238E27FC236}">
                <a16:creationId xmlns:a16="http://schemas.microsoft.com/office/drawing/2014/main" id="{9613613D-8D29-5A7B-AB28-3746C3F818C3}"/>
              </a:ext>
            </a:extLst>
          </p:cNvPr>
          <p:cNvSpPr>
            <a:spLocks/>
          </p:cNvSpPr>
          <p:nvPr/>
        </p:nvSpPr>
        <p:spPr bwMode="auto">
          <a:xfrm>
            <a:off x="14456419" y="7991475"/>
            <a:ext cx="4648200" cy="1023937"/>
          </a:xfrm>
          <a:custGeom>
            <a:avLst/>
            <a:gdLst>
              <a:gd name="T0" fmla="*/ 2324100 w 21600"/>
              <a:gd name="T1" fmla="*/ 511969 h 21600"/>
              <a:gd name="T2" fmla="*/ 2324100 w 21600"/>
              <a:gd name="T3" fmla="*/ 511969 h 21600"/>
              <a:gd name="T4" fmla="*/ 2324100 w 21600"/>
              <a:gd name="T5" fmla="*/ 511969 h 21600"/>
              <a:gd name="T6" fmla="*/ 2324100 w 21600"/>
              <a:gd name="T7" fmla="*/ 511969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8" y="4976"/>
                </a:lnTo>
                <a:lnTo>
                  <a:pt x="1180" y="4976"/>
                </a:lnTo>
                <a:cubicBezTo>
                  <a:pt x="528" y="4976"/>
                  <a:pt x="0" y="7377"/>
                  <a:pt x="0" y="10339"/>
                </a:cubicBezTo>
                <a:lnTo>
                  <a:pt x="0" y="16237"/>
                </a:lnTo>
                <a:cubicBezTo>
                  <a:pt x="0" y="19199"/>
                  <a:pt x="528" y="21599"/>
                  <a:pt x="1180" y="21599"/>
                </a:cubicBezTo>
                <a:lnTo>
                  <a:pt x="20419" y="21599"/>
                </a:lnTo>
                <a:cubicBezTo>
                  <a:pt x="21071" y="21599"/>
                  <a:pt x="21599" y="19199"/>
                  <a:pt x="21599" y="16237"/>
                </a:cubicBezTo>
                <a:lnTo>
                  <a:pt x="21599" y="10339"/>
                </a:lnTo>
                <a:cubicBezTo>
                  <a:pt x="21599" y="7377"/>
                  <a:pt x="21071" y="4976"/>
                  <a:pt x="20419" y="4976"/>
                </a:cubicBezTo>
                <a:lnTo>
                  <a:pt x="11843" y="4976"/>
                </a:lnTo>
                <a:lnTo>
                  <a:pt x="10740" y="0"/>
                </a:lnTo>
                <a:close/>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endParaRPr lang="en-US"/>
          </a:p>
        </p:txBody>
      </p:sp>
      <p:sp>
        <p:nvSpPr>
          <p:cNvPr id="4132" name="AutoShape 15">
            <a:extLst>
              <a:ext uri="{FF2B5EF4-FFF2-40B4-BE49-F238E27FC236}">
                <a16:creationId xmlns:a16="http://schemas.microsoft.com/office/drawing/2014/main" id="{0DA5647B-414F-47D9-086F-D85169A4F434}"/>
              </a:ext>
            </a:extLst>
          </p:cNvPr>
          <p:cNvSpPr>
            <a:spLocks/>
          </p:cNvSpPr>
          <p:nvPr/>
        </p:nvSpPr>
        <p:spPr bwMode="auto">
          <a:xfrm>
            <a:off x="14545319" y="8443912"/>
            <a:ext cx="44958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2300" b="1" dirty="0">
                <a:solidFill>
                  <a:srgbClr val="FFFFFF"/>
                </a:solidFill>
                <a:latin typeface="Lato" charset="0"/>
                <a:ea typeface="ＭＳ Ｐゴシック" charset="0"/>
                <a:cs typeface="Lato" charset="0"/>
                <a:sym typeface="Lato" charset="0"/>
              </a:rPr>
              <a:t>Conclusiones y pruebas</a:t>
            </a:r>
            <a:endParaRPr lang="es-ES" dirty="0">
              <a:ea typeface="ＭＳ Ｐゴシック" charset="0"/>
            </a:endParaRPr>
          </a:p>
        </p:txBody>
      </p:sp>
      <p:sp>
        <p:nvSpPr>
          <p:cNvPr id="4117" name="AutoShape 6">
            <a:extLst>
              <a:ext uri="{FF2B5EF4-FFF2-40B4-BE49-F238E27FC236}">
                <a16:creationId xmlns:a16="http://schemas.microsoft.com/office/drawing/2014/main" id="{9B32B86D-2BDC-0701-D26B-FBB6C8D2954E}"/>
              </a:ext>
            </a:extLst>
          </p:cNvPr>
          <p:cNvSpPr>
            <a:spLocks/>
          </p:cNvSpPr>
          <p:nvPr/>
        </p:nvSpPr>
        <p:spPr bwMode="auto">
          <a:xfrm>
            <a:off x="4970314" y="2467668"/>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1</a:t>
            </a:r>
          </a:p>
        </p:txBody>
      </p:sp>
      <p:sp>
        <p:nvSpPr>
          <p:cNvPr id="4121" name="AutoShape 6">
            <a:extLst>
              <a:ext uri="{FF2B5EF4-FFF2-40B4-BE49-F238E27FC236}">
                <a16:creationId xmlns:a16="http://schemas.microsoft.com/office/drawing/2014/main" id="{120BE7A4-9DF7-DED5-28F6-480A11C726B9}"/>
              </a:ext>
            </a:extLst>
          </p:cNvPr>
          <p:cNvSpPr>
            <a:spLocks/>
          </p:cNvSpPr>
          <p:nvPr/>
        </p:nvSpPr>
        <p:spPr bwMode="auto">
          <a:xfrm>
            <a:off x="4970314" y="6359525"/>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4</a:t>
            </a:r>
          </a:p>
        </p:txBody>
      </p:sp>
      <p:sp>
        <p:nvSpPr>
          <p:cNvPr id="4113" name="AutoShape 6">
            <a:extLst>
              <a:ext uri="{FF2B5EF4-FFF2-40B4-BE49-F238E27FC236}">
                <a16:creationId xmlns:a16="http://schemas.microsoft.com/office/drawing/2014/main" id="{A74CD0FA-B9BD-299B-BC98-AF1ECF2EEA85}"/>
              </a:ext>
            </a:extLst>
          </p:cNvPr>
          <p:cNvSpPr>
            <a:spLocks/>
          </p:cNvSpPr>
          <p:nvPr/>
        </p:nvSpPr>
        <p:spPr bwMode="auto">
          <a:xfrm>
            <a:off x="10689282" y="2489444"/>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2</a:t>
            </a:r>
          </a:p>
        </p:txBody>
      </p:sp>
      <p:sp>
        <p:nvSpPr>
          <p:cNvPr id="4125" name="AutoShape 6">
            <a:extLst>
              <a:ext uri="{FF2B5EF4-FFF2-40B4-BE49-F238E27FC236}">
                <a16:creationId xmlns:a16="http://schemas.microsoft.com/office/drawing/2014/main" id="{2BEE6BDB-97BF-21DE-EC93-D7A5B677C44B}"/>
              </a:ext>
            </a:extLst>
          </p:cNvPr>
          <p:cNvSpPr>
            <a:spLocks/>
          </p:cNvSpPr>
          <p:nvPr/>
        </p:nvSpPr>
        <p:spPr bwMode="auto">
          <a:xfrm>
            <a:off x="10689282" y="6359525"/>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5</a:t>
            </a:r>
          </a:p>
        </p:txBody>
      </p:sp>
      <p:sp>
        <p:nvSpPr>
          <p:cNvPr id="4129" name="AutoShape 6">
            <a:extLst>
              <a:ext uri="{FF2B5EF4-FFF2-40B4-BE49-F238E27FC236}">
                <a16:creationId xmlns:a16="http://schemas.microsoft.com/office/drawing/2014/main" id="{29F277C5-AB5A-2D82-709E-BAAA934B2D38}"/>
              </a:ext>
            </a:extLst>
          </p:cNvPr>
          <p:cNvSpPr>
            <a:spLocks/>
          </p:cNvSpPr>
          <p:nvPr/>
        </p:nvSpPr>
        <p:spPr bwMode="auto">
          <a:xfrm>
            <a:off x="16080432" y="6359525"/>
            <a:ext cx="1398587" cy="1398587"/>
          </a:xfrm>
          <a:custGeom>
            <a:avLst/>
            <a:gdLst>
              <a:gd name="T0" fmla="*/ 699258 w 19679"/>
              <a:gd name="T1" fmla="*/ 767556 h 19679"/>
              <a:gd name="T2" fmla="*/ 699258 w 19679"/>
              <a:gd name="T3" fmla="*/ 767556 h 19679"/>
              <a:gd name="T4" fmla="*/ 699258 w 19679"/>
              <a:gd name="T5" fmla="*/ 767556 h 19679"/>
              <a:gd name="T6" fmla="*/ 699258 w 19679"/>
              <a:gd name="T7" fmla="*/ 767556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path>
            </a:pathLst>
          </a:custGeom>
          <a:solidFill>
            <a:schemeClr val="accent6"/>
          </a:solidFill>
          <a:ln w="25400" cap="flat" cmpd="sng">
            <a:solidFill>
              <a:srgbClr val="000000">
                <a:alpha val="0"/>
              </a:srgbClr>
            </a:solidFill>
            <a:prstDash val="solid"/>
            <a:miter lim="0"/>
            <a:headEnd/>
            <a:tailEnd/>
          </a:ln>
          <a:effectLst/>
        </p:spPr>
        <p:txBody>
          <a:bodyPr lIns="0" tIns="0" rIns="0" bIns="0" anchor="ctr"/>
          <a:lstStyle/>
          <a:p>
            <a:r>
              <a:rPr lang="en-US" dirty="0">
                <a:solidFill>
                  <a:schemeClr val="bg1"/>
                </a:solidFill>
              </a:rPr>
              <a:t>6</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50D5DF7-C1B6-7F29-8CEA-D578E5F1BC5A}"/>
              </a:ext>
            </a:extLst>
          </p:cNvPr>
          <p:cNvSpPr>
            <a:spLocks noGrp="1"/>
          </p:cNvSpPr>
          <p:nvPr>
            <p:ph type="body" sz="quarter" idx="13"/>
          </p:nvPr>
        </p:nvSpPr>
        <p:spPr/>
        <p:txBody>
          <a:bodyPr/>
          <a:lstStyle/>
          <a:p>
            <a:r>
              <a:rPr lang="es-ES" dirty="0"/>
              <a:t>Introducción y motivación</a:t>
            </a:r>
          </a:p>
        </p:txBody>
      </p:sp>
      <p:sp>
        <p:nvSpPr>
          <p:cNvPr id="5" name="AutoShape 4">
            <a:extLst>
              <a:ext uri="{FF2B5EF4-FFF2-40B4-BE49-F238E27FC236}">
                <a16:creationId xmlns:a16="http://schemas.microsoft.com/office/drawing/2014/main" id="{8AF6891B-F0FB-1E55-4786-4CEDAFC5C284}"/>
              </a:ext>
            </a:extLst>
          </p:cNvPr>
          <p:cNvSpPr>
            <a:spLocks/>
          </p:cNvSpPr>
          <p:nvPr/>
        </p:nvSpPr>
        <p:spPr bwMode="auto">
          <a:xfrm>
            <a:off x="-985464" y="4553744"/>
            <a:ext cx="10153128" cy="19442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r>
              <a:rPr lang="es-ES" sz="6000" dirty="0">
                <a:latin typeface="Roboto SemiBold" panose="02000000000000000000" pitchFamily="2" charset="0"/>
                <a:ea typeface="Roboto SemiBold" panose="02000000000000000000" pitchFamily="2" charset="0"/>
              </a:rPr>
              <a:t>¿Por qué la gestión de </a:t>
            </a:r>
            <a:r>
              <a:rPr lang="es-ES" sz="6000" dirty="0" err="1">
                <a:latin typeface="Roboto SemiBold" panose="02000000000000000000" pitchFamily="2" charset="0"/>
                <a:ea typeface="Roboto SemiBold" panose="02000000000000000000" pitchFamily="2" charset="0"/>
              </a:rPr>
              <a:t>TFGs</a:t>
            </a:r>
            <a:r>
              <a:rPr lang="es-ES" sz="6000" dirty="0">
                <a:latin typeface="Roboto SemiBold" panose="02000000000000000000" pitchFamily="2" charset="0"/>
                <a:ea typeface="Roboto SemiBold" panose="02000000000000000000" pitchFamily="2" charset="0"/>
              </a:rPr>
              <a:t>?</a:t>
            </a:r>
          </a:p>
        </p:txBody>
      </p:sp>
      <p:sp>
        <p:nvSpPr>
          <p:cNvPr id="6" name="AutoShape 4">
            <a:extLst>
              <a:ext uri="{FF2B5EF4-FFF2-40B4-BE49-F238E27FC236}">
                <a16:creationId xmlns:a16="http://schemas.microsoft.com/office/drawing/2014/main" id="{92F62AD4-DB8F-A564-C8A4-04D04A317D1D}"/>
              </a:ext>
            </a:extLst>
          </p:cNvPr>
          <p:cNvSpPr>
            <a:spLocks/>
          </p:cNvSpPr>
          <p:nvPr/>
        </p:nvSpPr>
        <p:spPr bwMode="auto">
          <a:xfrm>
            <a:off x="526704" y="8586192"/>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r>
              <a:rPr lang="es-ES" sz="6000" dirty="0">
                <a:latin typeface="Roboto SemiBold" panose="02000000000000000000" pitchFamily="2" charset="0"/>
                <a:ea typeface="Roboto SemiBold" panose="02000000000000000000" pitchFamily="2" charset="0"/>
              </a:rPr>
              <a:t>¿Qué es una web progresiva?</a:t>
            </a:r>
          </a:p>
        </p:txBody>
      </p:sp>
    </p:spTree>
    <p:extLst>
      <p:ext uri="{BB962C8B-B14F-4D97-AF65-F5344CB8AC3E}">
        <p14:creationId xmlns:p14="http://schemas.microsoft.com/office/powerpoint/2010/main" val="269330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6A0B-FED6-D685-90BF-BD9A6775AF1D}"/>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954836F2-B4BA-B578-3E33-7A8FB70DC928}"/>
              </a:ext>
            </a:extLst>
          </p:cNvPr>
          <p:cNvSpPr>
            <a:spLocks noGrp="1"/>
          </p:cNvSpPr>
          <p:nvPr>
            <p:ph type="body" sz="quarter" idx="13"/>
          </p:nvPr>
        </p:nvSpPr>
        <p:spPr/>
        <p:txBody>
          <a:bodyPr/>
          <a:lstStyle/>
          <a:p>
            <a:r>
              <a:rPr lang="es-ES" dirty="0"/>
              <a:t>Tecnologías</a:t>
            </a:r>
          </a:p>
        </p:txBody>
      </p:sp>
      <p:sp>
        <p:nvSpPr>
          <p:cNvPr id="9" name="AutoShape 4">
            <a:extLst>
              <a:ext uri="{FF2B5EF4-FFF2-40B4-BE49-F238E27FC236}">
                <a16:creationId xmlns:a16="http://schemas.microsoft.com/office/drawing/2014/main" id="{FF3A3039-EB03-15D9-C0D1-313BB801BFC3}"/>
              </a:ext>
            </a:extLst>
          </p:cNvPr>
          <p:cNvSpPr>
            <a:spLocks/>
          </p:cNvSpPr>
          <p:nvPr/>
        </p:nvSpPr>
        <p:spPr bwMode="auto">
          <a:xfrm>
            <a:off x="1155528" y="592189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6000" dirty="0">
                <a:latin typeface="Roboto SemiBold" panose="02000000000000000000" pitchFamily="2" charset="0"/>
                <a:ea typeface="Roboto SemiBold" panose="02000000000000000000" pitchFamily="2" charset="0"/>
              </a:rPr>
              <a:t>Base de datos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Servidor de </a:t>
            </a:r>
            <a:r>
              <a:rPr lang="es-ES" sz="6000" dirty="0" err="1">
                <a:latin typeface="Roboto SemiBold" panose="02000000000000000000" pitchFamily="2" charset="0"/>
                <a:ea typeface="Roboto SemiBold" panose="02000000000000000000" pitchFamily="2" charset="0"/>
              </a:rPr>
              <a:t>BackEnd</a:t>
            </a:r>
            <a:endParaRPr lang="es-ES" sz="6000" dirty="0">
              <a:latin typeface="Roboto SemiBold" panose="02000000000000000000" pitchFamily="2" charset="0"/>
              <a:ea typeface="Roboto SemiBold" panose="02000000000000000000" pitchFamily="2" charset="0"/>
            </a:endParaRP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Aplicación de </a:t>
            </a:r>
            <a:r>
              <a:rPr lang="es-ES" sz="6000" dirty="0" err="1">
                <a:latin typeface="Roboto SemiBold" panose="02000000000000000000" pitchFamily="2" charset="0"/>
                <a:ea typeface="Roboto SemiBold" panose="02000000000000000000" pitchFamily="2" charset="0"/>
              </a:rPr>
              <a:t>FrontEnd</a:t>
            </a:r>
            <a:endParaRPr lang="es-ES" sz="6000" dirty="0">
              <a:latin typeface="Roboto SemiBold" panose="02000000000000000000" pitchFamily="2" charset="0"/>
              <a:ea typeface="Roboto SemiBold" panose="02000000000000000000" pitchFamily="2" charset="0"/>
            </a:endParaRP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Herramientas auxiliares</a:t>
            </a:r>
          </a:p>
        </p:txBody>
      </p:sp>
      <p:sp>
        <p:nvSpPr>
          <p:cNvPr id="10" name="AutoShape 4">
            <a:extLst>
              <a:ext uri="{FF2B5EF4-FFF2-40B4-BE49-F238E27FC236}">
                <a16:creationId xmlns:a16="http://schemas.microsoft.com/office/drawing/2014/main" id="{252E7505-2B7D-59D4-E8BF-03A5D34D2320}"/>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C7CB621C-77B6-02B3-B913-9F63209F1FF1}"/>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7B89F866-AC59-41BF-521E-C6B714CF2806}"/>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Tree>
    <p:extLst>
      <p:ext uri="{BB962C8B-B14F-4D97-AF65-F5344CB8AC3E}">
        <p14:creationId xmlns:p14="http://schemas.microsoft.com/office/powerpoint/2010/main" val="146386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ySQL logo PNG transparent image download, size: 1280x1280px">
            <a:extLst>
              <a:ext uri="{FF2B5EF4-FFF2-40B4-BE49-F238E27FC236}">
                <a16:creationId xmlns:a16="http://schemas.microsoft.com/office/drawing/2014/main" id="{57AC52EA-09D9-AE1A-FD75-CABFC96A94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430" y="1673424"/>
            <a:ext cx="10230892" cy="10230892"/>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754A4BF-2198-55E7-6065-752CFAAF13BF}"/>
              </a:ext>
            </a:extLst>
          </p:cNvPr>
          <p:cNvSpPr/>
          <p:nvPr/>
        </p:nvSpPr>
        <p:spPr bwMode="auto">
          <a:xfrm>
            <a:off x="0" y="0"/>
            <a:ext cx="24384000" cy="13716000"/>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a:ln>
                <a:noFill/>
              </a:ln>
              <a:solidFill>
                <a:srgbClr val="000000"/>
              </a:solidFill>
              <a:effectLst/>
              <a:latin typeface="Gill Sans" charset="0"/>
              <a:ea typeface="ＭＳ Ｐゴシック" charset="0"/>
              <a:cs typeface="Gill Sans" charset="0"/>
              <a:sym typeface="Gill Sans" charset="0"/>
            </a:endParaRPr>
          </a:p>
        </p:txBody>
      </p:sp>
      <p:sp>
        <p:nvSpPr>
          <p:cNvPr id="6148" name="AutoShape 4"/>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Base de datos (SQL)</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149" name="AutoShape 5"/>
          <p:cNvSpPr>
            <a:spLocks/>
          </p:cNvSpPr>
          <p:nvPr/>
        </p:nvSpPr>
        <p:spPr bwMode="auto">
          <a:xfrm>
            <a:off x="2914455" y="2938546"/>
            <a:ext cx="6696744" cy="763284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Relacional</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Estructura estricta</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Mayor confianza</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MySQL</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endParaRPr>
          </a:p>
          <a:p>
            <a:pPr marL="571500" indent="-571500" algn="l" defTabSz="647700">
              <a:spcBef>
                <a:spcPts val="1700"/>
              </a:spcBef>
              <a:buFontTx/>
              <a:buChar char="-"/>
              <a:defRPr/>
            </a:pPr>
            <a:endParaRPr lang="es-ES" sz="3600" dirty="0">
              <a:solidFill>
                <a:schemeClr val="tx1">
                  <a:lumMod val="85000"/>
                  <a:lumOff val="15000"/>
                </a:schemeClr>
              </a:solidFill>
              <a:latin typeface="Lato" panose="020F0502020204030203" pitchFamily="34" charset="0"/>
              <a:ea typeface="ＭＳ Ｐゴシック" charset="0"/>
              <a:cs typeface="Lato" panose="020F0502020204030203" pitchFamily="34" charset="0"/>
            </a:endParaRPr>
          </a:p>
        </p:txBody>
      </p:sp>
      <p:sp>
        <p:nvSpPr>
          <p:cNvPr id="2" name="AutoShape 5">
            <a:extLst>
              <a:ext uri="{FF2B5EF4-FFF2-40B4-BE49-F238E27FC236}">
                <a16:creationId xmlns:a16="http://schemas.microsoft.com/office/drawing/2014/main" id="{0E253D95-9952-7C9C-DB1B-4395B993B4BE}"/>
              </a:ext>
            </a:extLst>
          </p:cNvPr>
          <p:cNvSpPr>
            <a:spLocks/>
          </p:cNvSpPr>
          <p:nvPr/>
        </p:nvSpPr>
        <p:spPr bwMode="auto">
          <a:xfrm>
            <a:off x="1678832" y="4481736"/>
            <a:ext cx="177927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algn="l" defTabSz="647700">
              <a:spcBef>
                <a:spcPts val="1700"/>
              </a:spcBef>
              <a:defRPr/>
            </a:pPr>
            <a:endParaRPr lang="es-ES" sz="3600" dirty="0">
              <a:ea typeface="ＭＳ Ｐゴシック" charset="0"/>
            </a:endParaRPr>
          </a:p>
        </p:txBody>
      </p:sp>
      <p:grpSp>
        <p:nvGrpSpPr>
          <p:cNvPr id="10" name="Group 245">
            <a:extLst>
              <a:ext uri="{FF2B5EF4-FFF2-40B4-BE49-F238E27FC236}">
                <a16:creationId xmlns:a16="http://schemas.microsoft.com/office/drawing/2014/main" id="{2A320478-13FA-EE9D-4FE2-4C0BF1DF331D}"/>
              </a:ext>
            </a:extLst>
          </p:cNvPr>
          <p:cNvGrpSpPr/>
          <p:nvPr/>
        </p:nvGrpSpPr>
        <p:grpSpPr>
          <a:xfrm>
            <a:off x="1466328" y="2835200"/>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11" name="Freeform 32">
              <a:extLst>
                <a:ext uri="{FF2B5EF4-FFF2-40B4-BE49-F238E27FC236}">
                  <a16:creationId xmlns:a16="http://schemas.microsoft.com/office/drawing/2014/main" id="{2A6000D9-FC6D-8342-E09D-7F8CC343FA15}"/>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3">
              <a:extLst>
                <a:ext uri="{FF2B5EF4-FFF2-40B4-BE49-F238E27FC236}">
                  <a16:creationId xmlns:a16="http://schemas.microsoft.com/office/drawing/2014/main" id="{4AF53E82-E2A7-4966-A495-A5CB6E86DD86}"/>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4">
              <a:extLst>
                <a:ext uri="{FF2B5EF4-FFF2-40B4-BE49-F238E27FC236}">
                  <a16:creationId xmlns:a16="http://schemas.microsoft.com/office/drawing/2014/main" id="{B8A2267D-0F2C-C5AB-24B7-E24EF1979436}"/>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 name="Group 213">
            <a:extLst>
              <a:ext uri="{FF2B5EF4-FFF2-40B4-BE49-F238E27FC236}">
                <a16:creationId xmlns:a16="http://schemas.microsoft.com/office/drawing/2014/main" id="{6EB40678-A3D1-E7D8-CDAF-03E71C4A84D0}"/>
              </a:ext>
            </a:extLst>
          </p:cNvPr>
          <p:cNvGrpSpPr/>
          <p:nvPr/>
        </p:nvGrpSpPr>
        <p:grpSpPr>
          <a:xfrm flipH="1">
            <a:off x="1458748" y="4804554"/>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5" name="Freeform 32">
              <a:extLst>
                <a:ext uri="{FF2B5EF4-FFF2-40B4-BE49-F238E27FC236}">
                  <a16:creationId xmlns:a16="http://schemas.microsoft.com/office/drawing/2014/main" id="{0FAEB76A-F484-1BB8-5221-B2A66F7C1CF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3">
              <a:extLst>
                <a:ext uri="{FF2B5EF4-FFF2-40B4-BE49-F238E27FC236}">
                  <a16:creationId xmlns:a16="http://schemas.microsoft.com/office/drawing/2014/main" id="{E079E096-0493-B7A8-6376-13D5E0427F6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4">
              <a:extLst>
                <a:ext uri="{FF2B5EF4-FFF2-40B4-BE49-F238E27FC236}">
                  <a16:creationId xmlns:a16="http://schemas.microsoft.com/office/drawing/2014/main" id="{74D9A185-A2C6-0777-9422-C42EDF785C88}"/>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 217">
            <a:extLst>
              <a:ext uri="{FF2B5EF4-FFF2-40B4-BE49-F238E27FC236}">
                <a16:creationId xmlns:a16="http://schemas.microsoft.com/office/drawing/2014/main" id="{29A3AD90-9CE9-5053-16A6-0FC43842759A}"/>
              </a:ext>
            </a:extLst>
          </p:cNvPr>
          <p:cNvGrpSpPr/>
          <p:nvPr/>
        </p:nvGrpSpPr>
        <p:grpSpPr>
          <a:xfrm>
            <a:off x="1458756" y="6915030"/>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9" name="Freeform 32">
              <a:extLst>
                <a:ext uri="{FF2B5EF4-FFF2-40B4-BE49-F238E27FC236}">
                  <a16:creationId xmlns:a16="http://schemas.microsoft.com/office/drawing/2014/main" id="{3A232AE6-4613-53A2-BA85-94C81D459BF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33">
              <a:extLst>
                <a:ext uri="{FF2B5EF4-FFF2-40B4-BE49-F238E27FC236}">
                  <a16:creationId xmlns:a16="http://schemas.microsoft.com/office/drawing/2014/main" id="{023748C7-0D36-2810-429B-6FD264D572A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4">
              <a:extLst>
                <a:ext uri="{FF2B5EF4-FFF2-40B4-BE49-F238E27FC236}">
                  <a16:creationId xmlns:a16="http://schemas.microsoft.com/office/drawing/2014/main" id="{9F0C3DC1-F712-EE73-E0AC-6457DB2BE843}"/>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2" name="Group 221">
            <a:extLst>
              <a:ext uri="{FF2B5EF4-FFF2-40B4-BE49-F238E27FC236}">
                <a16:creationId xmlns:a16="http://schemas.microsoft.com/office/drawing/2014/main" id="{D5CFAB75-633B-CB3A-598C-0312D2930DC1}"/>
              </a:ext>
            </a:extLst>
          </p:cNvPr>
          <p:cNvGrpSpPr/>
          <p:nvPr/>
        </p:nvGrpSpPr>
        <p:grpSpPr>
          <a:xfrm>
            <a:off x="1458764" y="8923113"/>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3" name="Freeform 32">
              <a:extLst>
                <a:ext uri="{FF2B5EF4-FFF2-40B4-BE49-F238E27FC236}">
                  <a16:creationId xmlns:a16="http://schemas.microsoft.com/office/drawing/2014/main" id="{ECBB9889-9BEF-1A0F-5A61-5F2EC7A80C2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33">
              <a:extLst>
                <a:ext uri="{FF2B5EF4-FFF2-40B4-BE49-F238E27FC236}">
                  <a16:creationId xmlns:a16="http://schemas.microsoft.com/office/drawing/2014/main" id="{45FC15B7-6978-C284-1931-7675382F11C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34">
              <a:extLst>
                <a:ext uri="{FF2B5EF4-FFF2-40B4-BE49-F238E27FC236}">
                  <a16:creationId xmlns:a16="http://schemas.microsoft.com/office/drawing/2014/main" id="{D5F84AB7-060E-1333-509B-6FD1F358689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Marcador de número de diapositiva 1">
            <a:extLst>
              <a:ext uri="{FF2B5EF4-FFF2-40B4-BE49-F238E27FC236}">
                <a16:creationId xmlns:a16="http://schemas.microsoft.com/office/drawing/2014/main" id="{82631288-C2CE-BD61-4E2E-290F917CB587}"/>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5</a:t>
            </a:fld>
            <a:endParaRPr lang="es-ES" sz="24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042F-D8C0-C939-996B-1CF9A1B6B527}"/>
            </a:ext>
          </a:extLst>
        </p:cNvPr>
        <p:cNvGrpSpPr/>
        <p:nvPr/>
      </p:nvGrpSpPr>
      <p:grpSpPr>
        <a:xfrm>
          <a:off x="0" y="0"/>
          <a:ext cx="0" cy="0"/>
          <a:chOff x="0" y="0"/>
          <a:chExt cx="0" cy="0"/>
        </a:xfrm>
      </p:grpSpPr>
      <p:pic>
        <p:nvPicPr>
          <p:cNvPr id="2056" name="Picture 8" descr="Swagger Logo Wallpaper">
            <a:extLst>
              <a:ext uri="{FF2B5EF4-FFF2-40B4-BE49-F238E27FC236}">
                <a16:creationId xmlns:a16="http://schemas.microsoft.com/office/drawing/2014/main" id="{E0CCBA35-060E-EFAF-A2AB-DBA0493A1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1840" y="4267017"/>
            <a:ext cx="13005773" cy="487716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ET Standard and new .NET Framework Logo and Banner | The NeoSmart Files">
            <a:extLst>
              <a:ext uri="{FF2B5EF4-FFF2-40B4-BE49-F238E27FC236}">
                <a16:creationId xmlns:a16="http://schemas.microsoft.com/office/drawing/2014/main" id="{5849DF16-5706-C7A7-7AE8-D0BB2166F3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768" y="2645532"/>
            <a:ext cx="8424936" cy="8424936"/>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E2FBCBE-ABB8-7DED-DB5F-B068CE98D336}"/>
              </a:ext>
            </a:extLst>
          </p:cNvPr>
          <p:cNvSpPr/>
          <p:nvPr/>
        </p:nvSpPr>
        <p:spPr bwMode="auto">
          <a:xfrm>
            <a:off x="0" y="0"/>
            <a:ext cx="24384000" cy="13716000"/>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78266391-982B-B60B-1F6D-885BA647B988}"/>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D89DB108-4B71-E57C-C911-AC703E37D344}"/>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Servidor de </a:t>
            </a:r>
            <a:r>
              <a:rPr lang="es-ES" sz="8800" b="1" dirty="0" err="1">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BackEnd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149" name="AutoShape 5">
            <a:extLst>
              <a:ext uri="{FF2B5EF4-FFF2-40B4-BE49-F238E27FC236}">
                <a16:creationId xmlns:a16="http://schemas.microsoft.com/office/drawing/2014/main" id="{88273498-B998-BC29-8553-4CBD284E6E3A}"/>
              </a:ext>
            </a:extLst>
          </p:cNvPr>
          <p:cNvSpPr>
            <a:spLocks/>
          </p:cNvSpPr>
          <p:nvPr/>
        </p:nvSpPr>
        <p:spPr bwMode="auto">
          <a:xfrm>
            <a:off x="1678832" y="2825552"/>
            <a:ext cx="17792700" cy="8496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API </a:t>
            </a:r>
            <a:r>
              <a:rPr lang="es-ES" sz="5400" dirty="0" err="1">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Rest</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.NET</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err="1">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Entity</a:t>
            </a: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 Framework</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err="1">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Swagger</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endParaRPr>
          </a:p>
        </p:txBody>
      </p:sp>
      <p:sp>
        <p:nvSpPr>
          <p:cNvPr id="5" name="AutoShape 2">
            <a:extLst>
              <a:ext uri="{FF2B5EF4-FFF2-40B4-BE49-F238E27FC236}">
                <a16:creationId xmlns:a16="http://schemas.microsoft.com/office/drawing/2014/main" id="{BD9FA507-2F89-C19E-73D1-B9F5CA1207A9}"/>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pSp>
        <p:nvGrpSpPr>
          <p:cNvPr id="7" name="Group 245">
            <a:extLst>
              <a:ext uri="{FF2B5EF4-FFF2-40B4-BE49-F238E27FC236}">
                <a16:creationId xmlns:a16="http://schemas.microsoft.com/office/drawing/2014/main" id="{316955FB-06CD-0413-471A-C28FE851D711}"/>
              </a:ext>
            </a:extLst>
          </p:cNvPr>
          <p:cNvGrpSpPr/>
          <p:nvPr/>
        </p:nvGrpSpPr>
        <p:grpSpPr>
          <a:xfrm>
            <a:off x="812582" y="2645532"/>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8" name="Freeform 32">
              <a:extLst>
                <a:ext uri="{FF2B5EF4-FFF2-40B4-BE49-F238E27FC236}">
                  <a16:creationId xmlns:a16="http://schemas.microsoft.com/office/drawing/2014/main" id="{65E47F83-4BBB-841D-81D4-9B4D48018964}"/>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3">
              <a:extLst>
                <a:ext uri="{FF2B5EF4-FFF2-40B4-BE49-F238E27FC236}">
                  <a16:creationId xmlns:a16="http://schemas.microsoft.com/office/drawing/2014/main" id="{1195326F-1B38-8ADF-31CD-5F97D2DB71D4}"/>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4">
              <a:extLst>
                <a:ext uri="{FF2B5EF4-FFF2-40B4-BE49-F238E27FC236}">
                  <a16:creationId xmlns:a16="http://schemas.microsoft.com/office/drawing/2014/main" id="{92937B91-565C-A24B-C95E-095C351817DF}"/>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7DAE83FF-242E-F26F-5CEC-980F631B3364}"/>
              </a:ext>
            </a:extLst>
          </p:cNvPr>
          <p:cNvGrpSpPr/>
          <p:nvPr/>
        </p:nvGrpSpPr>
        <p:grpSpPr>
          <a:xfrm flipH="1">
            <a:off x="805002" y="4614886"/>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D50B4EA8-9401-B738-0F5D-32FB399725F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4689D302-7ED0-7DDE-10AA-1593B777FC9A}"/>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911C182A-4ECD-32D2-2B00-B1C2F80E5179}"/>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1B99E918-B7B7-F830-B33D-4BA9343B57DC}"/>
              </a:ext>
            </a:extLst>
          </p:cNvPr>
          <p:cNvGrpSpPr/>
          <p:nvPr/>
        </p:nvGrpSpPr>
        <p:grpSpPr>
          <a:xfrm>
            <a:off x="805010" y="6725362"/>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485E4301-378E-C87D-397D-1E14A14AFAF7}"/>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83DD5FF0-E317-1DAC-755C-AB6BDEFE6A8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BAC8B52F-D171-99EE-CB10-F9B9A018E366}"/>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221">
            <a:extLst>
              <a:ext uri="{FF2B5EF4-FFF2-40B4-BE49-F238E27FC236}">
                <a16:creationId xmlns:a16="http://schemas.microsoft.com/office/drawing/2014/main" id="{A953FC48-6ACE-63B0-689B-AF125CC45825}"/>
              </a:ext>
            </a:extLst>
          </p:cNvPr>
          <p:cNvGrpSpPr/>
          <p:nvPr/>
        </p:nvGrpSpPr>
        <p:grpSpPr>
          <a:xfrm>
            <a:off x="805018" y="8733445"/>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0" name="Freeform 32">
              <a:extLst>
                <a:ext uri="{FF2B5EF4-FFF2-40B4-BE49-F238E27FC236}">
                  <a16:creationId xmlns:a16="http://schemas.microsoft.com/office/drawing/2014/main" id="{AE763DDA-BB09-598C-252C-FB1C396F367C}"/>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94F45690-F57E-2691-A887-AEAD51013C5A}"/>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4">
              <a:extLst>
                <a:ext uri="{FF2B5EF4-FFF2-40B4-BE49-F238E27FC236}">
                  <a16:creationId xmlns:a16="http://schemas.microsoft.com/office/drawing/2014/main" id="{63F7F06E-8A8D-A3C5-2820-E7FBBA41ED93}"/>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Marcador de número de diapositiva 1">
            <a:extLst>
              <a:ext uri="{FF2B5EF4-FFF2-40B4-BE49-F238E27FC236}">
                <a16:creationId xmlns:a16="http://schemas.microsoft.com/office/drawing/2014/main" id="{4ABAC639-E2D1-4DAD-26EE-1A8CE0857F73}"/>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6</a:t>
            </a:fld>
            <a:endParaRPr lang="es-ES" sz="2400" dirty="0"/>
          </a:p>
        </p:txBody>
      </p:sp>
    </p:spTree>
    <p:extLst>
      <p:ext uri="{BB962C8B-B14F-4D97-AF65-F5344CB8AC3E}">
        <p14:creationId xmlns:p14="http://schemas.microsoft.com/office/powerpoint/2010/main" val="2077829430"/>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A205A-7BA3-C457-AB8A-A71B6AE3FB03}"/>
            </a:ext>
          </a:extLst>
        </p:cNvPr>
        <p:cNvGrpSpPr/>
        <p:nvPr/>
      </p:nvGrpSpPr>
      <p:grpSpPr>
        <a:xfrm>
          <a:off x="0" y="0"/>
          <a:ext cx="0" cy="0"/>
          <a:chOff x="0" y="0"/>
          <a:chExt cx="0" cy="0"/>
        </a:xfrm>
      </p:grpSpPr>
      <p:pic>
        <p:nvPicPr>
          <p:cNvPr id="3076" name="Picture 4" descr="Angular Logo PNG Transparent Logo - Freepngdesign.com">
            <a:extLst>
              <a:ext uri="{FF2B5EF4-FFF2-40B4-BE49-F238E27FC236}">
                <a16:creationId xmlns:a16="http://schemas.microsoft.com/office/drawing/2014/main" id="{ED2BB3DD-B0AA-7749-8880-477398FBB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905" y="2177480"/>
            <a:ext cx="10928607" cy="820276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az este icono con fondo transparente y más detallado">
            <a:extLst>
              <a:ext uri="{FF2B5EF4-FFF2-40B4-BE49-F238E27FC236}">
                <a16:creationId xmlns:a16="http://schemas.microsoft.com/office/drawing/2014/main" id="{A600D933-0B21-B453-036C-D1CAFA58D6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36016" y="2242639"/>
            <a:ext cx="8925922" cy="892592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AD457A7-939D-5C81-5C5C-CE762B5F6983}"/>
              </a:ext>
            </a:extLst>
          </p:cNvPr>
          <p:cNvSpPr/>
          <p:nvPr/>
        </p:nvSpPr>
        <p:spPr bwMode="auto">
          <a:xfrm>
            <a:off x="0" y="0"/>
            <a:ext cx="24384000" cy="13716000"/>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B623D5E5-BCD8-68E9-ECE7-A94B69747145}"/>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A9B7BEAD-1C53-9C80-0492-E3EEC2536864}"/>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Aplicación de </a:t>
            </a:r>
            <a:r>
              <a:rPr lang="es-ES" sz="8800" b="1" dirty="0" err="1">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FrontEnd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149" name="AutoShape 5">
            <a:extLst>
              <a:ext uri="{FF2B5EF4-FFF2-40B4-BE49-F238E27FC236}">
                <a16:creationId xmlns:a16="http://schemas.microsoft.com/office/drawing/2014/main" id="{EF56D436-4393-DBDF-8C0C-73E0C3D14FEF}"/>
              </a:ext>
            </a:extLst>
          </p:cNvPr>
          <p:cNvSpPr>
            <a:spLocks/>
          </p:cNvSpPr>
          <p:nvPr/>
        </p:nvSpPr>
        <p:spPr bwMode="auto">
          <a:xfrm>
            <a:off x="1678832" y="2825552"/>
            <a:ext cx="17792700" cy="684076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Angular</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Organización en Componentes</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Integración con </a:t>
            </a:r>
            <a:r>
              <a:rPr lang="es-ES" sz="5400" dirty="0" err="1">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APIs</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Herramientas integradas</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endParaRPr>
          </a:p>
        </p:txBody>
      </p:sp>
      <p:sp>
        <p:nvSpPr>
          <p:cNvPr id="5" name="AutoShape 2">
            <a:extLst>
              <a:ext uri="{FF2B5EF4-FFF2-40B4-BE49-F238E27FC236}">
                <a16:creationId xmlns:a16="http://schemas.microsoft.com/office/drawing/2014/main" id="{2DC153A6-5BA5-1148-17CE-3ECE9C009E41}"/>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pSp>
        <p:nvGrpSpPr>
          <p:cNvPr id="7" name="Group 245">
            <a:extLst>
              <a:ext uri="{FF2B5EF4-FFF2-40B4-BE49-F238E27FC236}">
                <a16:creationId xmlns:a16="http://schemas.microsoft.com/office/drawing/2014/main" id="{B010BD21-522D-ACC5-9F4D-1C4BCBB206F9}"/>
              </a:ext>
            </a:extLst>
          </p:cNvPr>
          <p:cNvGrpSpPr/>
          <p:nvPr/>
        </p:nvGrpSpPr>
        <p:grpSpPr>
          <a:xfrm>
            <a:off x="812582" y="2645532"/>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8" name="Freeform 32">
              <a:extLst>
                <a:ext uri="{FF2B5EF4-FFF2-40B4-BE49-F238E27FC236}">
                  <a16:creationId xmlns:a16="http://schemas.microsoft.com/office/drawing/2014/main" id="{BCE564E0-65D4-5801-FD16-013D7A7164E8}"/>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3">
              <a:extLst>
                <a:ext uri="{FF2B5EF4-FFF2-40B4-BE49-F238E27FC236}">
                  <a16:creationId xmlns:a16="http://schemas.microsoft.com/office/drawing/2014/main" id="{5DBF1F46-2043-BD57-9153-0760FE024C44}"/>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4">
              <a:extLst>
                <a:ext uri="{FF2B5EF4-FFF2-40B4-BE49-F238E27FC236}">
                  <a16:creationId xmlns:a16="http://schemas.microsoft.com/office/drawing/2014/main" id="{50B84A10-A26A-FEF5-828F-C1AE58FFDDA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424BFC0B-ED4D-BF5D-7F17-1346A4BE9AAA}"/>
              </a:ext>
            </a:extLst>
          </p:cNvPr>
          <p:cNvGrpSpPr/>
          <p:nvPr/>
        </p:nvGrpSpPr>
        <p:grpSpPr>
          <a:xfrm flipH="1">
            <a:off x="805002" y="4614886"/>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EC6293A1-F386-4E1F-D870-61932AF0EF80}"/>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0BEA0D30-9E66-CCEC-76CB-C900D5A46585}"/>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8298C60C-7150-CD61-695A-C35A1F332E8F}"/>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1BB11504-00BD-DFBD-07E0-F128B9D7F8A0}"/>
              </a:ext>
            </a:extLst>
          </p:cNvPr>
          <p:cNvGrpSpPr/>
          <p:nvPr/>
        </p:nvGrpSpPr>
        <p:grpSpPr>
          <a:xfrm>
            <a:off x="805010" y="6725362"/>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0AE80EBD-DE6B-EB6B-2181-4099BFF82A06}"/>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141FF963-7E92-14EB-88D3-442F59B62A3D}"/>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6025059A-0DBC-F7F7-BCBA-0F4BB2B0EB77}"/>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221">
            <a:extLst>
              <a:ext uri="{FF2B5EF4-FFF2-40B4-BE49-F238E27FC236}">
                <a16:creationId xmlns:a16="http://schemas.microsoft.com/office/drawing/2014/main" id="{9E809169-5A48-33C5-4369-BF974BA1DA0B}"/>
              </a:ext>
            </a:extLst>
          </p:cNvPr>
          <p:cNvGrpSpPr/>
          <p:nvPr/>
        </p:nvGrpSpPr>
        <p:grpSpPr>
          <a:xfrm>
            <a:off x="805018" y="8733445"/>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0" name="Freeform 32">
              <a:extLst>
                <a:ext uri="{FF2B5EF4-FFF2-40B4-BE49-F238E27FC236}">
                  <a16:creationId xmlns:a16="http://schemas.microsoft.com/office/drawing/2014/main" id="{AD1EBBF8-9DA2-5DDB-6CC8-752609DD9FFE}"/>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2CDA719F-E3EA-3F36-70E2-724405033048}"/>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4">
              <a:extLst>
                <a:ext uri="{FF2B5EF4-FFF2-40B4-BE49-F238E27FC236}">
                  <a16:creationId xmlns:a16="http://schemas.microsoft.com/office/drawing/2014/main" id="{701342ED-99CD-E3C6-2F9B-6F1F8969A564}"/>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Marcador de número de diapositiva 1">
            <a:extLst>
              <a:ext uri="{FF2B5EF4-FFF2-40B4-BE49-F238E27FC236}">
                <a16:creationId xmlns:a16="http://schemas.microsoft.com/office/drawing/2014/main" id="{F60A2CE3-471A-955E-C2DF-ECEE15C78DE4}"/>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7</a:t>
            </a:fld>
            <a:endParaRPr lang="es-ES" sz="2400" dirty="0"/>
          </a:p>
        </p:txBody>
      </p:sp>
    </p:spTree>
    <p:extLst>
      <p:ext uri="{BB962C8B-B14F-4D97-AF65-F5344CB8AC3E}">
        <p14:creationId xmlns:p14="http://schemas.microsoft.com/office/powerpoint/2010/main" val="408704064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D1FE9-FBB3-F3DB-D1E3-1D8858C4CE49}"/>
            </a:ext>
          </a:extLst>
        </p:cNvPr>
        <p:cNvGrpSpPr/>
        <p:nvPr/>
      </p:nvGrpSpPr>
      <p:grpSpPr>
        <a:xfrm>
          <a:off x="0" y="0"/>
          <a:ext cx="0" cy="0"/>
          <a:chOff x="0" y="0"/>
          <a:chExt cx="0" cy="0"/>
        </a:xfrm>
      </p:grpSpPr>
      <p:pic>
        <p:nvPicPr>
          <p:cNvPr id="4110" name="Picture 14" descr="Ponle un fondo rosa">
            <a:extLst>
              <a:ext uri="{FF2B5EF4-FFF2-40B4-BE49-F238E27FC236}">
                <a16:creationId xmlns:a16="http://schemas.microsoft.com/office/drawing/2014/main" id="{E440C26C-3198-B5C6-A548-BAA766624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952" y="2753544"/>
            <a:ext cx="5104880" cy="469046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Figma Logo PNG image for Free Download">
            <a:extLst>
              <a:ext uri="{FF2B5EF4-FFF2-40B4-BE49-F238E27FC236}">
                <a16:creationId xmlns:a16="http://schemas.microsoft.com/office/drawing/2014/main" id="{FB8D73AB-EC0E-CE43-4BBE-8C8B8C62DB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12080" y="3678688"/>
            <a:ext cx="8318868" cy="229268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itHub Logo, symbol, meaning, history, PNG, brand">
            <a:extLst>
              <a:ext uri="{FF2B5EF4-FFF2-40B4-BE49-F238E27FC236}">
                <a16:creationId xmlns:a16="http://schemas.microsoft.com/office/drawing/2014/main" id="{EBD8B0C2-1123-57DA-6DAA-922BD56B5A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80032" y="7691833"/>
            <a:ext cx="8364387" cy="47049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ocker Logo, symbol, meaning, history, PNG, brand">
            <a:extLst>
              <a:ext uri="{FF2B5EF4-FFF2-40B4-BE49-F238E27FC236}">
                <a16:creationId xmlns:a16="http://schemas.microsoft.com/office/drawing/2014/main" id="{BDCA3750-A7C6-3168-0733-8B2EB48D89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916" y="7938120"/>
            <a:ext cx="8736544" cy="4914306"/>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D66A1521-9065-9152-1854-BD6524A2BED1}"/>
              </a:ext>
            </a:extLst>
          </p:cNvPr>
          <p:cNvSpPr/>
          <p:nvPr/>
        </p:nvSpPr>
        <p:spPr bwMode="auto">
          <a:xfrm>
            <a:off x="0" y="0"/>
            <a:ext cx="24384000" cy="13716000"/>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5B076470-1D3D-2A2E-5C11-CEFA6540CB2E}"/>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05C224E7-4B6F-2F87-5BB9-1AB7C0105024}"/>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Herramientas Auxiliares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55538868-5611-B82C-67F5-3773AADCAD7B}"/>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A33582F8-6384-5B2F-D392-5D48F0626B8F}"/>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Marcador de número de diapositiva 1">
            <a:extLst>
              <a:ext uri="{FF2B5EF4-FFF2-40B4-BE49-F238E27FC236}">
                <a16:creationId xmlns:a16="http://schemas.microsoft.com/office/drawing/2014/main" id="{56878F04-99DA-4A60-11BF-22D606AA3A0D}"/>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8</a:t>
            </a:fld>
            <a:endParaRPr lang="es-ES" sz="2400" dirty="0"/>
          </a:p>
        </p:txBody>
      </p:sp>
    </p:spTree>
    <p:extLst>
      <p:ext uri="{BB962C8B-B14F-4D97-AF65-F5344CB8AC3E}">
        <p14:creationId xmlns:p14="http://schemas.microsoft.com/office/powerpoint/2010/main" val="30211821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D6473-3A1C-328A-0561-5C2A75819B43}"/>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9907731F-95E4-D27F-7DBC-43D1CA3EB35A}"/>
              </a:ext>
            </a:extLst>
          </p:cNvPr>
          <p:cNvSpPr>
            <a:spLocks noGrp="1"/>
          </p:cNvSpPr>
          <p:nvPr>
            <p:ph type="body" sz="quarter" idx="13"/>
          </p:nvPr>
        </p:nvSpPr>
        <p:spPr/>
        <p:txBody>
          <a:bodyPr/>
          <a:lstStyle/>
          <a:p>
            <a:r>
              <a:rPr lang="es-ES" dirty="0"/>
              <a:t>Especificación y análisis</a:t>
            </a:r>
          </a:p>
        </p:txBody>
      </p:sp>
      <p:sp>
        <p:nvSpPr>
          <p:cNvPr id="9" name="AutoShape 4">
            <a:extLst>
              <a:ext uri="{FF2B5EF4-FFF2-40B4-BE49-F238E27FC236}">
                <a16:creationId xmlns:a16="http://schemas.microsoft.com/office/drawing/2014/main" id="{4E66E44A-8C03-4752-EC78-9F87C4FFE7DC}"/>
              </a:ext>
            </a:extLst>
          </p:cNvPr>
          <p:cNvSpPr>
            <a:spLocks/>
          </p:cNvSpPr>
          <p:nvPr/>
        </p:nvSpPr>
        <p:spPr bwMode="auto">
          <a:xfrm>
            <a:off x="958752" y="7290048"/>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6000" dirty="0">
                <a:latin typeface="Roboto SemiBold" panose="02000000000000000000" pitchFamily="2" charset="0"/>
                <a:ea typeface="Roboto SemiBold" panose="02000000000000000000" pitchFamily="2" charset="0"/>
              </a:rPr>
              <a:t>	Análisis de requisitos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Historias de usuario</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Casos de uso</a:t>
            </a:r>
          </a:p>
        </p:txBody>
      </p:sp>
      <p:sp>
        <p:nvSpPr>
          <p:cNvPr id="10" name="AutoShape 4">
            <a:extLst>
              <a:ext uri="{FF2B5EF4-FFF2-40B4-BE49-F238E27FC236}">
                <a16:creationId xmlns:a16="http://schemas.microsoft.com/office/drawing/2014/main" id="{FCA69176-81D4-5385-04F9-DAB16B037071}"/>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5386F1E3-D0C6-BE99-9354-9A284252318B}"/>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6E4FD230-2A6C-06D6-8AAA-DFCBA02C1ED8}"/>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Tree>
    <p:extLst>
      <p:ext uri="{BB962C8B-B14F-4D97-AF65-F5344CB8AC3E}">
        <p14:creationId xmlns:p14="http://schemas.microsoft.com/office/powerpoint/2010/main" val="134995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31650-D0BE-32DA-4184-9287DB895CD8}"/>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468A8FF3-C258-A2DC-6B18-BCDED341EFB6}"/>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E8570206-93E8-F6B4-8229-59B882BED036}"/>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B03585A9-9874-0759-493C-D01F2991E6F2}"/>
              </a:ext>
            </a:extLst>
          </p:cNvPr>
          <p:cNvSpPr>
            <a:spLocks/>
          </p:cNvSpPr>
          <p:nvPr/>
        </p:nvSpPr>
        <p:spPr bwMode="auto">
          <a:xfrm>
            <a:off x="1471612" y="969963"/>
            <a:ext cx="21881628"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Análisis de requisitos e historias de usuario </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6149" name="AutoShape 5">
            <a:extLst>
              <a:ext uri="{FF2B5EF4-FFF2-40B4-BE49-F238E27FC236}">
                <a16:creationId xmlns:a16="http://schemas.microsoft.com/office/drawing/2014/main" id="{97094917-5A27-4BED-19EF-9FF15EBB4A64}"/>
              </a:ext>
            </a:extLst>
          </p:cNvPr>
          <p:cNvSpPr>
            <a:spLocks/>
          </p:cNvSpPr>
          <p:nvPr/>
        </p:nvSpPr>
        <p:spPr bwMode="auto">
          <a:xfrm>
            <a:off x="1750840" y="3152056"/>
            <a:ext cx="17792700" cy="223224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Funcionales (Acciones desde cada rol)</a:t>
            </a:r>
          </a:p>
        </p:txBody>
      </p:sp>
      <p:sp>
        <p:nvSpPr>
          <p:cNvPr id="5" name="AutoShape 2">
            <a:extLst>
              <a:ext uri="{FF2B5EF4-FFF2-40B4-BE49-F238E27FC236}">
                <a16:creationId xmlns:a16="http://schemas.microsoft.com/office/drawing/2014/main" id="{42937FED-87F1-42BA-75FB-CAAF8CE525FA}"/>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B99DDD57-DEF2-B4CE-D188-E0AAD8656F6F}"/>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pSp>
        <p:nvGrpSpPr>
          <p:cNvPr id="2" name="Group 245">
            <a:extLst>
              <a:ext uri="{FF2B5EF4-FFF2-40B4-BE49-F238E27FC236}">
                <a16:creationId xmlns:a16="http://schemas.microsoft.com/office/drawing/2014/main" id="{B256420D-4635-DBF8-DA78-BCCFA6D5AF74}"/>
              </a:ext>
            </a:extLst>
          </p:cNvPr>
          <p:cNvGrpSpPr/>
          <p:nvPr/>
        </p:nvGrpSpPr>
        <p:grpSpPr>
          <a:xfrm>
            <a:off x="884590" y="2972036"/>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3" name="Freeform 32">
              <a:extLst>
                <a:ext uri="{FF2B5EF4-FFF2-40B4-BE49-F238E27FC236}">
                  <a16:creationId xmlns:a16="http://schemas.microsoft.com/office/drawing/2014/main" id="{552B8B5F-7E57-E111-B3B4-2E784B9C343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33">
              <a:extLst>
                <a:ext uri="{FF2B5EF4-FFF2-40B4-BE49-F238E27FC236}">
                  <a16:creationId xmlns:a16="http://schemas.microsoft.com/office/drawing/2014/main" id="{A031E93D-955A-56A9-DFB6-F372DF5B9D19}"/>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D8B7CA67-53B7-30A4-0230-93B27CE11A1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10" name="Imagen 9" descr="Diagrama&#10;&#10;El contenido generado por IA puede ser incorrecto.">
            <a:extLst>
              <a:ext uri="{FF2B5EF4-FFF2-40B4-BE49-F238E27FC236}">
                <a16:creationId xmlns:a16="http://schemas.microsoft.com/office/drawing/2014/main" id="{DA670726-773E-F69E-83CD-0661F40656C5}"/>
              </a:ext>
            </a:extLst>
          </p:cNvPr>
          <p:cNvPicPr>
            <a:picLocks noChangeAspect="1"/>
          </p:cNvPicPr>
          <p:nvPr/>
        </p:nvPicPr>
        <p:blipFill>
          <a:blip r:embed="rId3"/>
          <a:stretch>
            <a:fillRect/>
          </a:stretch>
        </p:blipFill>
        <p:spPr>
          <a:xfrm>
            <a:off x="14784929" y="1601403"/>
            <a:ext cx="8562103" cy="11986945"/>
          </a:xfrm>
          <a:prstGeom prst="rect">
            <a:avLst/>
          </a:prstGeom>
        </p:spPr>
      </p:pic>
      <p:pic>
        <p:nvPicPr>
          <p:cNvPr id="13" name="Imagen 12" descr="Diagrama&#10;&#10;El contenido generado por IA puede ser incorrecto.">
            <a:extLst>
              <a:ext uri="{FF2B5EF4-FFF2-40B4-BE49-F238E27FC236}">
                <a16:creationId xmlns:a16="http://schemas.microsoft.com/office/drawing/2014/main" id="{F94DB483-EFB2-EA67-B740-DFB61BB18D4E}"/>
              </a:ext>
            </a:extLst>
          </p:cNvPr>
          <p:cNvPicPr>
            <a:picLocks noChangeAspect="1"/>
          </p:cNvPicPr>
          <p:nvPr/>
        </p:nvPicPr>
        <p:blipFill>
          <a:blip r:embed="rId4"/>
          <a:stretch>
            <a:fillRect/>
          </a:stretch>
        </p:blipFill>
        <p:spPr>
          <a:xfrm>
            <a:off x="4398728" y="3645922"/>
            <a:ext cx="7518418" cy="10024557"/>
          </a:xfrm>
          <a:prstGeom prst="rect">
            <a:avLst/>
          </a:prstGeom>
        </p:spPr>
      </p:pic>
      <p:sp>
        <p:nvSpPr>
          <p:cNvPr id="4" name="Marcador de número de diapositiva 1">
            <a:extLst>
              <a:ext uri="{FF2B5EF4-FFF2-40B4-BE49-F238E27FC236}">
                <a16:creationId xmlns:a16="http://schemas.microsoft.com/office/drawing/2014/main" id="{B79BDDF7-1D39-464E-7E99-CA989C5C48B9}"/>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10</a:t>
            </a:fld>
            <a:endParaRPr lang="es-ES" sz="2400" dirty="0"/>
          </a:p>
        </p:txBody>
      </p:sp>
    </p:spTree>
    <p:extLst>
      <p:ext uri="{BB962C8B-B14F-4D97-AF65-F5344CB8AC3E}">
        <p14:creationId xmlns:p14="http://schemas.microsoft.com/office/powerpoint/2010/main" val="4294907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BA717-91A0-7DE5-86EB-83CC150DEC98}"/>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7CB1CD5F-013F-F8D3-47F6-AA0BC7F9FBD3}"/>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8366DFD9-CFAC-B73F-0BC2-0E49BE1DB32F}"/>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CFE5F8C1-1619-E599-4DBC-48B4515B7A07}"/>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F1FF602D-00C7-C188-B1E5-F827FD0D5AD9}"/>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0" name="Imagen 9" descr="Diagrama&#10;&#10;El contenido generado por IA puede ser incorrecto.">
            <a:extLst>
              <a:ext uri="{FF2B5EF4-FFF2-40B4-BE49-F238E27FC236}">
                <a16:creationId xmlns:a16="http://schemas.microsoft.com/office/drawing/2014/main" id="{02E99A94-09DB-9E87-1192-E327DCAC93D1}"/>
              </a:ext>
            </a:extLst>
          </p:cNvPr>
          <p:cNvPicPr>
            <a:picLocks noChangeAspect="1"/>
          </p:cNvPicPr>
          <p:nvPr/>
        </p:nvPicPr>
        <p:blipFill>
          <a:blip r:embed="rId3"/>
          <a:stretch>
            <a:fillRect/>
          </a:stretch>
        </p:blipFill>
        <p:spPr>
          <a:xfrm>
            <a:off x="21168428" y="9914346"/>
            <a:ext cx="2497416" cy="3496382"/>
          </a:xfrm>
          <a:prstGeom prst="rect">
            <a:avLst/>
          </a:prstGeom>
        </p:spPr>
      </p:pic>
      <p:pic>
        <p:nvPicPr>
          <p:cNvPr id="13" name="Imagen 12" descr="Diagrama&#10;&#10;El contenido generado por IA puede ser incorrecto.">
            <a:extLst>
              <a:ext uri="{FF2B5EF4-FFF2-40B4-BE49-F238E27FC236}">
                <a16:creationId xmlns:a16="http://schemas.microsoft.com/office/drawing/2014/main" id="{758B62B6-4F04-BC3D-DB65-BD50E883146D}"/>
              </a:ext>
            </a:extLst>
          </p:cNvPr>
          <p:cNvPicPr>
            <a:picLocks noChangeAspect="1"/>
          </p:cNvPicPr>
          <p:nvPr/>
        </p:nvPicPr>
        <p:blipFill>
          <a:blip r:embed="rId4"/>
          <a:stretch>
            <a:fillRect/>
          </a:stretch>
        </p:blipFill>
        <p:spPr>
          <a:xfrm>
            <a:off x="6143328" y="-774848"/>
            <a:ext cx="12295366" cy="16393821"/>
          </a:xfrm>
          <a:prstGeom prst="rect">
            <a:avLst/>
          </a:prstGeom>
        </p:spPr>
      </p:pic>
    </p:spTree>
    <p:extLst>
      <p:ext uri="{BB962C8B-B14F-4D97-AF65-F5344CB8AC3E}">
        <p14:creationId xmlns:p14="http://schemas.microsoft.com/office/powerpoint/2010/main" val="526456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26F8-95A9-E729-AEF5-4C09E25AC53F}"/>
            </a:ext>
          </a:extLst>
        </p:cNvPr>
        <p:cNvGrpSpPr/>
        <p:nvPr/>
      </p:nvGrpSpPr>
      <p:grpSpPr>
        <a:xfrm>
          <a:off x="0" y="0"/>
          <a:ext cx="0" cy="0"/>
          <a:chOff x="0" y="0"/>
          <a:chExt cx="0" cy="0"/>
        </a:xfrm>
      </p:grpSpPr>
      <p:sp>
        <p:nvSpPr>
          <p:cNvPr id="11" name="Rectángulo 10">
            <a:extLst>
              <a:ext uri="{FF2B5EF4-FFF2-40B4-BE49-F238E27FC236}">
                <a16:creationId xmlns:a16="http://schemas.microsoft.com/office/drawing/2014/main" id="{2621E831-E302-94AE-1A2A-AE4C1155B085}"/>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1850B342-3693-C9AF-ECDA-6693C0BE37B8}"/>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665B073C-70BD-FE05-71EB-6B78ED443267}"/>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734B90D3-5160-F22D-B9CF-7D9E9DEBA93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0" name="Imagen 9" descr="Diagrama&#10;&#10;El contenido generado por IA puede ser incorrecto.">
            <a:extLst>
              <a:ext uri="{FF2B5EF4-FFF2-40B4-BE49-F238E27FC236}">
                <a16:creationId xmlns:a16="http://schemas.microsoft.com/office/drawing/2014/main" id="{E8E4E90C-4198-47AC-48A7-3D3BB0824D89}"/>
              </a:ext>
            </a:extLst>
          </p:cNvPr>
          <p:cNvPicPr>
            <a:picLocks noChangeAspect="1"/>
          </p:cNvPicPr>
          <p:nvPr/>
        </p:nvPicPr>
        <p:blipFill>
          <a:blip r:embed="rId3"/>
          <a:stretch>
            <a:fillRect/>
          </a:stretch>
        </p:blipFill>
        <p:spPr>
          <a:xfrm>
            <a:off x="5639272" y="-687396"/>
            <a:ext cx="10441160" cy="14617625"/>
          </a:xfrm>
          <a:prstGeom prst="rect">
            <a:avLst/>
          </a:prstGeom>
        </p:spPr>
      </p:pic>
      <p:pic>
        <p:nvPicPr>
          <p:cNvPr id="13" name="Imagen 12" descr="Diagrama&#10;&#10;El contenido generado por IA puede ser incorrecto.">
            <a:extLst>
              <a:ext uri="{FF2B5EF4-FFF2-40B4-BE49-F238E27FC236}">
                <a16:creationId xmlns:a16="http://schemas.microsoft.com/office/drawing/2014/main" id="{68198CB4-0766-8388-5869-2B84F35C8860}"/>
              </a:ext>
            </a:extLst>
          </p:cNvPr>
          <p:cNvPicPr>
            <a:picLocks noChangeAspect="1"/>
          </p:cNvPicPr>
          <p:nvPr/>
        </p:nvPicPr>
        <p:blipFill>
          <a:blip r:embed="rId4"/>
          <a:stretch>
            <a:fillRect/>
          </a:stretch>
        </p:blipFill>
        <p:spPr>
          <a:xfrm>
            <a:off x="392528" y="10458400"/>
            <a:ext cx="2603872" cy="3471829"/>
          </a:xfrm>
          <a:prstGeom prst="rect">
            <a:avLst/>
          </a:prstGeom>
        </p:spPr>
      </p:pic>
    </p:spTree>
    <p:extLst>
      <p:ext uri="{BB962C8B-B14F-4D97-AF65-F5344CB8AC3E}">
        <p14:creationId xmlns:p14="http://schemas.microsoft.com/office/powerpoint/2010/main" val="4193479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95C0C-97A8-5663-1075-F78EC27F0083}"/>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89CCE7E4-0DE5-B28B-3747-F3FB555E8159}"/>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6098A983-7A3C-65A8-294A-E135C6AD815E}"/>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6730D8BC-3FCA-5C5C-6D6D-1540C2DD6520}"/>
              </a:ext>
            </a:extLst>
          </p:cNvPr>
          <p:cNvSpPr>
            <a:spLocks/>
          </p:cNvSpPr>
          <p:nvPr/>
        </p:nvSpPr>
        <p:spPr bwMode="auto">
          <a:xfrm>
            <a:off x="1471612" y="980323"/>
            <a:ext cx="22529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Análisis de requisitos e historias de usuario </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2" name="AutoShape 5">
            <a:extLst>
              <a:ext uri="{FF2B5EF4-FFF2-40B4-BE49-F238E27FC236}">
                <a16:creationId xmlns:a16="http://schemas.microsoft.com/office/drawing/2014/main" id="{8C5DD139-4A71-F301-21B6-022D643D6D20}"/>
              </a:ext>
            </a:extLst>
          </p:cNvPr>
          <p:cNvSpPr>
            <a:spLocks/>
          </p:cNvSpPr>
          <p:nvPr/>
        </p:nvSpPr>
        <p:spPr bwMode="auto">
          <a:xfrm>
            <a:off x="1678832" y="2825552"/>
            <a:ext cx="17792700" cy="504056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3600" dirty="0">
                <a:solidFill>
                  <a:schemeClr val="tx1">
                    <a:lumMod val="85000"/>
                    <a:lumOff val="15000"/>
                  </a:schemeClr>
                </a:solidFill>
                <a:latin typeface="Verdana" charset="0"/>
                <a:ea typeface="ＭＳ Ｐゴシック" charset="0"/>
                <a:cs typeface="Verdana" charset="0"/>
                <a:sym typeface="Verdana" charset="0"/>
              </a:rPr>
              <a:t>No Funcionales (Acciones a nivel de sistema)</a:t>
            </a:r>
          </a:p>
        </p:txBody>
      </p:sp>
      <p:sp>
        <p:nvSpPr>
          <p:cNvPr id="5" name="AutoShape 2">
            <a:extLst>
              <a:ext uri="{FF2B5EF4-FFF2-40B4-BE49-F238E27FC236}">
                <a16:creationId xmlns:a16="http://schemas.microsoft.com/office/drawing/2014/main" id="{CDCF9A4A-3C7E-61EE-D791-19730163BDD5}"/>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F7723553-7CC7-F28A-195D-1B5B6F58B528}"/>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grpSp>
        <p:nvGrpSpPr>
          <p:cNvPr id="4" name="Group 245">
            <a:extLst>
              <a:ext uri="{FF2B5EF4-FFF2-40B4-BE49-F238E27FC236}">
                <a16:creationId xmlns:a16="http://schemas.microsoft.com/office/drawing/2014/main" id="{D064097D-A510-5DA0-C4CE-F29A83CD4EAC}"/>
              </a:ext>
            </a:extLst>
          </p:cNvPr>
          <p:cNvGrpSpPr/>
          <p:nvPr/>
        </p:nvGrpSpPr>
        <p:grpSpPr>
          <a:xfrm>
            <a:off x="857844" y="2346403"/>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6" name="Freeform 32">
              <a:extLst>
                <a:ext uri="{FF2B5EF4-FFF2-40B4-BE49-F238E27FC236}">
                  <a16:creationId xmlns:a16="http://schemas.microsoft.com/office/drawing/2014/main" id="{0BC8F047-FB28-096C-0A26-1AFDB0B4364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33">
              <a:extLst>
                <a:ext uri="{FF2B5EF4-FFF2-40B4-BE49-F238E27FC236}">
                  <a16:creationId xmlns:a16="http://schemas.microsoft.com/office/drawing/2014/main" id="{CBBE72B6-DF55-2D63-EDDD-F933C351FB1C}"/>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4CB1CB08-B523-F048-C0BF-8FD76E8C90DB}"/>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8" name="AutoShape 8">
            <a:extLst>
              <a:ext uri="{FF2B5EF4-FFF2-40B4-BE49-F238E27FC236}">
                <a16:creationId xmlns:a16="http://schemas.microsoft.com/office/drawing/2014/main" id="{69208B16-38CF-EA60-13F3-3526DFE896A2}"/>
              </a:ext>
            </a:extLst>
          </p:cNvPr>
          <p:cNvSpPr>
            <a:spLocks/>
          </p:cNvSpPr>
          <p:nvPr/>
        </p:nvSpPr>
        <p:spPr bwMode="auto">
          <a:xfrm>
            <a:off x="5143252" y="7523660"/>
            <a:ext cx="4200525" cy="2970212"/>
          </a:xfrm>
          <a:custGeom>
            <a:avLst/>
            <a:gdLst>
              <a:gd name="T0" fmla="*/ 2100263 w 21600"/>
              <a:gd name="T1" fmla="*/ 1485106 h 21600"/>
              <a:gd name="T2" fmla="*/ 2100263 w 21600"/>
              <a:gd name="T3" fmla="*/ 1485106 h 21600"/>
              <a:gd name="T4" fmla="*/ 2100263 w 21600"/>
              <a:gd name="T5" fmla="*/ 1485106 h 21600"/>
              <a:gd name="T6" fmla="*/ 2100263 w 21600"/>
              <a:gd name="T7" fmla="*/ 148510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8611" y="9346"/>
                </a:moveTo>
                <a:cubicBezTo>
                  <a:pt x="19507" y="9887"/>
                  <a:pt x="20229" y="10667"/>
                  <a:pt x="20776" y="11686"/>
                </a:cubicBezTo>
                <a:cubicBezTo>
                  <a:pt x="21324" y="12708"/>
                  <a:pt x="21599" y="13846"/>
                  <a:pt x="21599" y="15107"/>
                </a:cubicBezTo>
                <a:cubicBezTo>
                  <a:pt x="21599" y="16005"/>
                  <a:pt x="21458" y="16846"/>
                  <a:pt x="21172" y="17629"/>
                </a:cubicBezTo>
                <a:cubicBezTo>
                  <a:pt x="20889" y="18409"/>
                  <a:pt x="20503" y="19097"/>
                  <a:pt x="20008" y="19690"/>
                </a:cubicBezTo>
                <a:cubicBezTo>
                  <a:pt x="19511" y="20281"/>
                  <a:pt x="18940" y="20747"/>
                  <a:pt x="18290" y="21090"/>
                </a:cubicBezTo>
                <a:cubicBezTo>
                  <a:pt x="17639" y="21427"/>
                  <a:pt x="16939" y="21600"/>
                  <a:pt x="16187" y="21600"/>
                </a:cubicBezTo>
                <a:lnTo>
                  <a:pt x="4490" y="21600"/>
                </a:lnTo>
                <a:cubicBezTo>
                  <a:pt x="3878" y="21600"/>
                  <a:pt x="3297" y="21458"/>
                  <a:pt x="2750" y="21176"/>
                </a:cubicBezTo>
                <a:cubicBezTo>
                  <a:pt x="2203" y="20900"/>
                  <a:pt x="1723" y="20511"/>
                  <a:pt x="1312" y="20022"/>
                </a:cubicBezTo>
                <a:cubicBezTo>
                  <a:pt x="904" y="19527"/>
                  <a:pt x="583" y="18954"/>
                  <a:pt x="350" y="18294"/>
                </a:cubicBezTo>
                <a:cubicBezTo>
                  <a:pt x="115" y="17641"/>
                  <a:pt x="0" y="16947"/>
                  <a:pt x="0" y="16210"/>
                </a:cubicBezTo>
                <a:cubicBezTo>
                  <a:pt x="0" y="15565"/>
                  <a:pt x="88" y="14957"/>
                  <a:pt x="268" y="14381"/>
                </a:cubicBezTo>
                <a:cubicBezTo>
                  <a:pt x="448" y="13808"/>
                  <a:pt x="696" y="13287"/>
                  <a:pt x="1010" y="12818"/>
                </a:cubicBezTo>
                <a:cubicBezTo>
                  <a:pt x="1324" y="12351"/>
                  <a:pt x="1694" y="11954"/>
                  <a:pt x="2119" y="11632"/>
                </a:cubicBezTo>
                <a:cubicBezTo>
                  <a:pt x="2544" y="11312"/>
                  <a:pt x="3004" y="11079"/>
                  <a:pt x="3503" y="10929"/>
                </a:cubicBezTo>
                <a:cubicBezTo>
                  <a:pt x="3249" y="10552"/>
                  <a:pt x="3055" y="10140"/>
                  <a:pt x="2915" y="9688"/>
                </a:cubicBezTo>
                <a:cubicBezTo>
                  <a:pt x="2779" y="9239"/>
                  <a:pt x="2712" y="8758"/>
                  <a:pt x="2712" y="8240"/>
                </a:cubicBezTo>
                <a:cubicBezTo>
                  <a:pt x="2712" y="7635"/>
                  <a:pt x="2805" y="7071"/>
                  <a:pt x="2992" y="6547"/>
                </a:cubicBezTo>
                <a:cubicBezTo>
                  <a:pt x="3179" y="6023"/>
                  <a:pt x="3434" y="5568"/>
                  <a:pt x="3755" y="5182"/>
                </a:cubicBezTo>
                <a:cubicBezTo>
                  <a:pt x="4077" y="4796"/>
                  <a:pt x="4456" y="4488"/>
                  <a:pt x="4893" y="4264"/>
                </a:cubicBezTo>
                <a:cubicBezTo>
                  <a:pt x="5330" y="4039"/>
                  <a:pt x="5800" y="3927"/>
                  <a:pt x="6307" y="3927"/>
                </a:cubicBezTo>
                <a:cubicBezTo>
                  <a:pt x="7171" y="3927"/>
                  <a:pt x="7922" y="4258"/>
                  <a:pt x="8558" y="4920"/>
                </a:cubicBezTo>
                <a:cubicBezTo>
                  <a:pt x="8697" y="4223"/>
                  <a:pt x="8932" y="3573"/>
                  <a:pt x="9264" y="2971"/>
                </a:cubicBezTo>
                <a:cubicBezTo>
                  <a:pt x="9597" y="2369"/>
                  <a:pt x="9993" y="1848"/>
                  <a:pt x="10449" y="1404"/>
                </a:cubicBezTo>
                <a:cubicBezTo>
                  <a:pt x="10905" y="964"/>
                  <a:pt x="11411" y="621"/>
                  <a:pt x="11975" y="374"/>
                </a:cubicBezTo>
                <a:cubicBezTo>
                  <a:pt x="12540" y="123"/>
                  <a:pt x="13142" y="0"/>
                  <a:pt x="13785" y="0"/>
                </a:cubicBezTo>
                <a:cubicBezTo>
                  <a:pt x="14519" y="0"/>
                  <a:pt x="15218" y="169"/>
                  <a:pt x="15875" y="509"/>
                </a:cubicBezTo>
                <a:cubicBezTo>
                  <a:pt x="16535" y="852"/>
                  <a:pt x="17109" y="1312"/>
                  <a:pt x="17594" y="1894"/>
                </a:cubicBezTo>
                <a:cubicBezTo>
                  <a:pt x="18081" y="2476"/>
                  <a:pt x="18465" y="3167"/>
                  <a:pt x="18748" y="3956"/>
                </a:cubicBezTo>
                <a:cubicBezTo>
                  <a:pt x="19031" y="4744"/>
                  <a:pt x="19173" y="5580"/>
                  <a:pt x="19173" y="6463"/>
                </a:cubicBezTo>
                <a:cubicBezTo>
                  <a:pt x="19173" y="6987"/>
                  <a:pt x="19125" y="7491"/>
                  <a:pt x="19024" y="7972"/>
                </a:cubicBezTo>
                <a:cubicBezTo>
                  <a:pt x="18923" y="8453"/>
                  <a:pt x="18784" y="8914"/>
                  <a:pt x="18611" y="9346"/>
                </a:cubicBezTo>
              </a:path>
            </a:pathLst>
          </a:custGeom>
          <a:solidFill>
            <a:schemeClr val="accent4">
              <a:lumMod val="75000"/>
            </a:schemeClr>
          </a:solidFill>
          <a:ln>
            <a:noFill/>
          </a:ln>
          <a:effectLst/>
        </p:spPr>
        <p:txBody>
          <a:bodyPr lIns="38100" tIns="38100" rIns="38100" bIns="38100" anchor="ctr"/>
          <a:lstStyle/>
          <a:p>
            <a:endParaRPr lang="en-US"/>
          </a:p>
        </p:txBody>
      </p:sp>
      <p:sp>
        <p:nvSpPr>
          <p:cNvPr id="29" name="AutoShape 9">
            <a:extLst>
              <a:ext uri="{FF2B5EF4-FFF2-40B4-BE49-F238E27FC236}">
                <a16:creationId xmlns:a16="http://schemas.microsoft.com/office/drawing/2014/main" id="{A3483D98-4A03-9A2E-E6A2-1B17D82B0C33}"/>
              </a:ext>
            </a:extLst>
          </p:cNvPr>
          <p:cNvSpPr>
            <a:spLocks/>
          </p:cNvSpPr>
          <p:nvPr/>
        </p:nvSpPr>
        <p:spPr bwMode="auto">
          <a:xfrm>
            <a:off x="7151440" y="4343897"/>
            <a:ext cx="6069012" cy="4294188"/>
          </a:xfrm>
          <a:custGeom>
            <a:avLst/>
            <a:gdLst>
              <a:gd name="T0" fmla="*/ 3034506 w 21600"/>
              <a:gd name="T1" fmla="*/ 2147094 h 21600"/>
              <a:gd name="T2" fmla="*/ 3034506 w 21600"/>
              <a:gd name="T3" fmla="*/ 2147094 h 21600"/>
              <a:gd name="T4" fmla="*/ 3034506 w 21600"/>
              <a:gd name="T5" fmla="*/ 2147094 h 21600"/>
              <a:gd name="T6" fmla="*/ 3034506 w 21600"/>
              <a:gd name="T7" fmla="*/ 2147094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8611" y="9346"/>
                </a:moveTo>
                <a:cubicBezTo>
                  <a:pt x="19507" y="9887"/>
                  <a:pt x="20229" y="10667"/>
                  <a:pt x="20776" y="11686"/>
                </a:cubicBezTo>
                <a:cubicBezTo>
                  <a:pt x="21324" y="12708"/>
                  <a:pt x="21599" y="13846"/>
                  <a:pt x="21599" y="15107"/>
                </a:cubicBezTo>
                <a:cubicBezTo>
                  <a:pt x="21599" y="16005"/>
                  <a:pt x="21458" y="16846"/>
                  <a:pt x="21172" y="17629"/>
                </a:cubicBezTo>
                <a:cubicBezTo>
                  <a:pt x="20889" y="18409"/>
                  <a:pt x="20503" y="19097"/>
                  <a:pt x="20008" y="19690"/>
                </a:cubicBezTo>
                <a:cubicBezTo>
                  <a:pt x="19511" y="20281"/>
                  <a:pt x="18940" y="20747"/>
                  <a:pt x="18290" y="21090"/>
                </a:cubicBezTo>
                <a:cubicBezTo>
                  <a:pt x="17639" y="21427"/>
                  <a:pt x="16939" y="21599"/>
                  <a:pt x="16187" y="21599"/>
                </a:cubicBezTo>
                <a:lnTo>
                  <a:pt x="4490" y="21599"/>
                </a:lnTo>
                <a:cubicBezTo>
                  <a:pt x="3878" y="21599"/>
                  <a:pt x="3297" y="21458"/>
                  <a:pt x="2750" y="21176"/>
                </a:cubicBezTo>
                <a:cubicBezTo>
                  <a:pt x="2203" y="20900"/>
                  <a:pt x="1723" y="20511"/>
                  <a:pt x="1312" y="20022"/>
                </a:cubicBezTo>
                <a:cubicBezTo>
                  <a:pt x="904" y="19527"/>
                  <a:pt x="583" y="18954"/>
                  <a:pt x="350" y="18294"/>
                </a:cubicBezTo>
                <a:cubicBezTo>
                  <a:pt x="115" y="17641"/>
                  <a:pt x="0" y="16947"/>
                  <a:pt x="0" y="16210"/>
                </a:cubicBezTo>
                <a:cubicBezTo>
                  <a:pt x="0" y="15565"/>
                  <a:pt x="88" y="14957"/>
                  <a:pt x="268" y="14381"/>
                </a:cubicBezTo>
                <a:cubicBezTo>
                  <a:pt x="448" y="13809"/>
                  <a:pt x="696" y="13287"/>
                  <a:pt x="1010" y="12818"/>
                </a:cubicBezTo>
                <a:cubicBezTo>
                  <a:pt x="1324" y="12351"/>
                  <a:pt x="1694" y="11954"/>
                  <a:pt x="2119" y="11632"/>
                </a:cubicBezTo>
                <a:cubicBezTo>
                  <a:pt x="2544" y="11312"/>
                  <a:pt x="3004" y="11079"/>
                  <a:pt x="3503" y="10929"/>
                </a:cubicBezTo>
                <a:cubicBezTo>
                  <a:pt x="3249" y="10552"/>
                  <a:pt x="3055" y="10140"/>
                  <a:pt x="2915" y="9688"/>
                </a:cubicBezTo>
                <a:cubicBezTo>
                  <a:pt x="2779" y="9239"/>
                  <a:pt x="2712" y="8758"/>
                  <a:pt x="2712" y="8240"/>
                </a:cubicBezTo>
                <a:cubicBezTo>
                  <a:pt x="2712" y="7635"/>
                  <a:pt x="2805" y="7071"/>
                  <a:pt x="2992" y="6547"/>
                </a:cubicBezTo>
                <a:cubicBezTo>
                  <a:pt x="3179" y="6023"/>
                  <a:pt x="3434" y="5568"/>
                  <a:pt x="3755" y="5182"/>
                </a:cubicBezTo>
                <a:cubicBezTo>
                  <a:pt x="4077" y="4796"/>
                  <a:pt x="4456" y="4488"/>
                  <a:pt x="4893" y="4264"/>
                </a:cubicBezTo>
                <a:cubicBezTo>
                  <a:pt x="5330" y="4039"/>
                  <a:pt x="5800" y="3927"/>
                  <a:pt x="6307" y="3927"/>
                </a:cubicBezTo>
                <a:cubicBezTo>
                  <a:pt x="7171" y="3927"/>
                  <a:pt x="7922" y="4258"/>
                  <a:pt x="8558" y="4920"/>
                </a:cubicBezTo>
                <a:cubicBezTo>
                  <a:pt x="8697" y="4223"/>
                  <a:pt x="8932" y="3573"/>
                  <a:pt x="9264" y="2971"/>
                </a:cubicBezTo>
                <a:cubicBezTo>
                  <a:pt x="9597" y="2369"/>
                  <a:pt x="9993" y="1848"/>
                  <a:pt x="10449" y="1404"/>
                </a:cubicBezTo>
                <a:cubicBezTo>
                  <a:pt x="10905" y="964"/>
                  <a:pt x="11411" y="621"/>
                  <a:pt x="11976" y="374"/>
                </a:cubicBezTo>
                <a:cubicBezTo>
                  <a:pt x="12540" y="123"/>
                  <a:pt x="13142" y="0"/>
                  <a:pt x="13785" y="0"/>
                </a:cubicBezTo>
                <a:cubicBezTo>
                  <a:pt x="14519" y="0"/>
                  <a:pt x="15218" y="169"/>
                  <a:pt x="15875" y="509"/>
                </a:cubicBezTo>
                <a:cubicBezTo>
                  <a:pt x="16535" y="852"/>
                  <a:pt x="17109" y="1312"/>
                  <a:pt x="17594" y="1894"/>
                </a:cubicBezTo>
                <a:cubicBezTo>
                  <a:pt x="18081" y="2476"/>
                  <a:pt x="18465" y="3167"/>
                  <a:pt x="18748" y="3956"/>
                </a:cubicBezTo>
                <a:cubicBezTo>
                  <a:pt x="19031" y="4744"/>
                  <a:pt x="19173" y="5580"/>
                  <a:pt x="19173" y="6463"/>
                </a:cubicBezTo>
                <a:cubicBezTo>
                  <a:pt x="19173" y="6987"/>
                  <a:pt x="19125" y="7491"/>
                  <a:pt x="19024" y="7972"/>
                </a:cubicBezTo>
                <a:cubicBezTo>
                  <a:pt x="18923" y="8453"/>
                  <a:pt x="18784" y="8914"/>
                  <a:pt x="18611" y="9346"/>
                </a:cubicBezTo>
              </a:path>
            </a:pathLst>
          </a:custGeom>
          <a:solidFill>
            <a:schemeClr val="accent4"/>
          </a:solidFill>
          <a:ln>
            <a:noFill/>
          </a:ln>
          <a:effectLst/>
        </p:spPr>
        <p:txBody>
          <a:bodyPr lIns="38100" tIns="38100" rIns="38100" bIns="38100" anchor="ctr"/>
          <a:lstStyle/>
          <a:p>
            <a:endParaRPr lang="en-US" dirty="0"/>
          </a:p>
        </p:txBody>
      </p:sp>
      <p:sp>
        <p:nvSpPr>
          <p:cNvPr id="30" name="AutoShape 10">
            <a:extLst>
              <a:ext uri="{FF2B5EF4-FFF2-40B4-BE49-F238E27FC236}">
                <a16:creationId xmlns:a16="http://schemas.microsoft.com/office/drawing/2014/main" id="{BB006011-CB29-91FF-64AA-E0D245C100BD}"/>
              </a:ext>
            </a:extLst>
          </p:cNvPr>
          <p:cNvSpPr>
            <a:spLocks/>
          </p:cNvSpPr>
          <p:nvPr/>
        </p:nvSpPr>
        <p:spPr bwMode="auto">
          <a:xfrm>
            <a:off x="10875715" y="7523660"/>
            <a:ext cx="4200525" cy="2970212"/>
          </a:xfrm>
          <a:custGeom>
            <a:avLst/>
            <a:gdLst>
              <a:gd name="T0" fmla="*/ 2100263 w 21600"/>
              <a:gd name="T1" fmla="*/ 1485106 h 21600"/>
              <a:gd name="T2" fmla="*/ 2100263 w 21600"/>
              <a:gd name="T3" fmla="*/ 1485106 h 21600"/>
              <a:gd name="T4" fmla="*/ 2100263 w 21600"/>
              <a:gd name="T5" fmla="*/ 1485106 h 21600"/>
              <a:gd name="T6" fmla="*/ 2100263 w 21600"/>
              <a:gd name="T7" fmla="*/ 148510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8611" y="9346"/>
                </a:moveTo>
                <a:cubicBezTo>
                  <a:pt x="19507" y="9887"/>
                  <a:pt x="20229" y="10667"/>
                  <a:pt x="20776" y="11686"/>
                </a:cubicBezTo>
                <a:cubicBezTo>
                  <a:pt x="21324" y="12708"/>
                  <a:pt x="21599" y="13846"/>
                  <a:pt x="21599" y="15107"/>
                </a:cubicBezTo>
                <a:cubicBezTo>
                  <a:pt x="21599" y="16005"/>
                  <a:pt x="21458" y="16846"/>
                  <a:pt x="21172" y="17629"/>
                </a:cubicBezTo>
                <a:cubicBezTo>
                  <a:pt x="20889" y="18409"/>
                  <a:pt x="20503" y="19097"/>
                  <a:pt x="20008" y="19690"/>
                </a:cubicBezTo>
                <a:cubicBezTo>
                  <a:pt x="19511" y="20281"/>
                  <a:pt x="18940" y="20747"/>
                  <a:pt x="18290" y="21090"/>
                </a:cubicBezTo>
                <a:cubicBezTo>
                  <a:pt x="17639" y="21427"/>
                  <a:pt x="16939" y="21600"/>
                  <a:pt x="16187" y="21600"/>
                </a:cubicBezTo>
                <a:lnTo>
                  <a:pt x="4490" y="21600"/>
                </a:lnTo>
                <a:cubicBezTo>
                  <a:pt x="3878" y="21600"/>
                  <a:pt x="3297" y="21458"/>
                  <a:pt x="2750" y="21176"/>
                </a:cubicBezTo>
                <a:cubicBezTo>
                  <a:pt x="2203" y="20900"/>
                  <a:pt x="1723" y="20511"/>
                  <a:pt x="1312" y="20022"/>
                </a:cubicBezTo>
                <a:cubicBezTo>
                  <a:pt x="904" y="19527"/>
                  <a:pt x="583" y="18954"/>
                  <a:pt x="350" y="18294"/>
                </a:cubicBezTo>
                <a:cubicBezTo>
                  <a:pt x="115" y="17641"/>
                  <a:pt x="0" y="16947"/>
                  <a:pt x="0" y="16210"/>
                </a:cubicBezTo>
                <a:cubicBezTo>
                  <a:pt x="0" y="15565"/>
                  <a:pt x="88" y="14957"/>
                  <a:pt x="268" y="14381"/>
                </a:cubicBezTo>
                <a:cubicBezTo>
                  <a:pt x="448" y="13808"/>
                  <a:pt x="696" y="13287"/>
                  <a:pt x="1010" y="12818"/>
                </a:cubicBezTo>
                <a:cubicBezTo>
                  <a:pt x="1324" y="12351"/>
                  <a:pt x="1694" y="11954"/>
                  <a:pt x="2119" y="11632"/>
                </a:cubicBezTo>
                <a:cubicBezTo>
                  <a:pt x="2544" y="11312"/>
                  <a:pt x="3004" y="11079"/>
                  <a:pt x="3503" y="10929"/>
                </a:cubicBezTo>
                <a:cubicBezTo>
                  <a:pt x="3249" y="10552"/>
                  <a:pt x="3055" y="10140"/>
                  <a:pt x="2915" y="9688"/>
                </a:cubicBezTo>
                <a:cubicBezTo>
                  <a:pt x="2779" y="9239"/>
                  <a:pt x="2712" y="8758"/>
                  <a:pt x="2712" y="8240"/>
                </a:cubicBezTo>
                <a:cubicBezTo>
                  <a:pt x="2712" y="7635"/>
                  <a:pt x="2805" y="7071"/>
                  <a:pt x="2992" y="6547"/>
                </a:cubicBezTo>
                <a:cubicBezTo>
                  <a:pt x="3179" y="6023"/>
                  <a:pt x="3434" y="5568"/>
                  <a:pt x="3755" y="5182"/>
                </a:cubicBezTo>
                <a:cubicBezTo>
                  <a:pt x="4077" y="4796"/>
                  <a:pt x="4456" y="4488"/>
                  <a:pt x="4893" y="4264"/>
                </a:cubicBezTo>
                <a:cubicBezTo>
                  <a:pt x="5330" y="4039"/>
                  <a:pt x="5800" y="3927"/>
                  <a:pt x="6307" y="3927"/>
                </a:cubicBezTo>
                <a:cubicBezTo>
                  <a:pt x="7171" y="3927"/>
                  <a:pt x="7922" y="4258"/>
                  <a:pt x="8558" y="4920"/>
                </a:cubicBezTo>
                <a:cubicBezTo>
                  <a:pt x="8697" y="4223"/>
                  <a:pt x="8932" y="3573"/>
                  <a:pt x="9264" y="2971"/>
                </a:cubicBezTo>
                <a:cubicBezTo>
                  <a:pt x="9597" y="2369"/>
                  <a:pt x="9993" y="1848"/>
                  <a:pt x="10449" y="1404"/>
                </a:cubicBezTo>
                <a:cubicBezTo>
                  <a:pt x="10905" y="964"/>
                  <a:pt x="11411" y="621"/>
                  <a:pt x="11975" y="374"/>
                </a:cubicBezTo>
                <a:cubicBezTo>
                  <a:pt x="12540" y="123"/>
                  <a:pt x="13142" y="0"/>
                  <a:pt x="13785" y="0"/>
                </a:cubicBezTo>
                <a:cubicBezTo>
                  <a:pt x="14519" y="0"/>
                  <a:pt x="15218" y="169"/>
                  <a:pt x="15875" y="509"/>
                </a:cubicBezTo>
                <a:cubicBezTo>
                  <a:pt x="16535" y="852"/>
                  <a:pt x="17109" y="1312"/>
                  <a:pt x="17594" y="1894"/>
                </a:cubicBezTo>
                <a:cubicBezTo>
                  <a:pt x="18081" y="2476"/>
                  <a:pt x="18465" y="3167"/>
                  <a:pt x="18748" y="3956"/>
                </a:cubicBezTo>
                <a:cubicBezTo>
                  <a:pt x="19031" y="4744"/>
                  <a:pt x="19173" y="5580"/>
                  <a:pt x="19173" y="6463"/>
                </a:cubicBezTo>
                <a:cubicBezTo>
                  <a:pt x="19173" y="6987"/>
                  <a:pt x="19125" y="7491"/>
                  <a:pt x="19024" y="7972"/>
                </a:cubicBezTo>
                <a:cubicBezTo>
                  <a:pt x="18923" y="8453"/>
                  <a:pt x="18784" y="8914"/>
                  <a:pt x="18611" y="9346"/>
                </a:cubicBezTo>
              </a:path>
            </a:pathLst>
          </a:custGeom>
          <a:solidFill>
            <a:schemeClr val="accent4">
              <a:lumMod val="75000"/>
            </a:schemeClr>
          </a:solidFill>
          <a:ln>
            <a:noFill/>
          </a:ln>
          <a:effectLst/>
        </p:spPr>
        <p:txBody>
          <a:bodyPr lIns="38100" tIns="38100" rIns="38100" bIns="38100" anchor="ctr"/>
          <a:lstStyle/>
          <a:p>
            <a:endParaRPr lang="en-US"/>
          </a:p>
        </p:txBody>
      </p:sp>
      <p:sp>
        <p:nvSpPr>
          <p:cNvPr id="32" name="AutoShape 16">
            <a:extLst>
              <a:ext uri="{FF2B5EF4-FFF2-40B4-BE49-F238E27FC236}">
                <a16:creationId xmlns:a16="http://schemas.microsoft.com/office/drawing/2014/main" id="{0C713D75-79F3-C8D9-1B06-D1DC1E46E8ED}"/>
              </a:ext>
            </a:extLst>
          </p:cNvPr>
          <p:cNvSpPr>
            <a:spLocks/>
          </p:cNvSpPr>
          <p:nvPr/>
        </p:nvSpPr>
        <p:spPr bwMode="auto">
          <a:xfrm>
            <a:off x="12680702" y="8634910"/>
            <a:ext cx="977900" cy="723900"/>
          </a:xfrm>
          <a:custGeom>
            <a:avLst/>
            <a:gdLst>
              <a:gd name="T0" fmla="*/ 488950 w 21598"/>
              <a:gd name="T1" fmla="*/ 361950 h 21600"/>
              <a:gd name="T2" fmla="*/ 488950 w 21598"/>
              <a:gd name="T3" fmla="*/ 361950 h 21600"/>
              <a:gd name="T4" fmla="*/ 488950 w 21598"/>
              <a:gd name="T5" fmla="*/ 361950 h 21600"/>
              <a:gd name="T6" fmla="*/ 488950 w 21598"/>
              <a:gd name="T7" fmla="*/ 36195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98" h="21600">
                <a:moveTo>
                  <a:pt x="21333" y="9359"/>
                </a:moveTo>
                <a:cubicBezTo>
                  <a:pt x="21511" y="9815"/>
                  <a:pt x="21599" y="10303"/>
                  <a:pt x="21597" y="10814"/>
                </a:cubicBezTo>
                <a:cubicBezTo>
                  <a:pt x="21592" y="11336"/>
                  <a:pt x="21504" y="11810"/>
                  <a:pt x="21333" y="12240"/>
                </a:cubicBezTo>
                <a:cubicBezTo>
                  <a:pt x="20706" y="13728"/>
                  <a:pt x="20002" y="15055"/>
                  <a:pt x="19216" y="16223"/>
                </a:cubicBezTo>
                <a:cubicBezTo>
                  <a:pt x="18433" y="17388"/>
                  <a:pt x="17594" y="18369"/>
                  <a:pt x="16700" y="19163"/>
                </a:cubicBezTo>
                <a:cubicBezTo>
                  <a:pt x="15805" y="19953"/>
                  <a:pt x="14863" y="20560"/>
                  <a:pt x="13869" y="20975"/>
                </a:cubicBezTo>
                <a:cubicBezTo>
                  <a:pt x="12878" y="21390"/>
                  <a:pt x="11855" y="21599"/>
                  <a:pt x="10801" y="21599"/>
                </a:cubicBezTo>
                <a:cubicBezTo>
                  <a:pt x="9763" y="21599"/>
                  <a:pt x="8748" y="21390"/>
                  <a:pt x="7754" y="20975"/>
                </a:cubicBezTo>
                <a:cubicBezTo>
                  <a:pt x="6763" y="20560"/>
                  <a:pt x="5814" y="19950"/>
                  <a:pt x="4908" y="19145"/>
                </a:cubicBezTo>
                <a:cubicBezTo>
                  <a:pt x="4003" y="18340"/>
                  <a:pt x="3156" y="17355"/>
                  <a:pt x="2373" y="16190"/>
                </a:cubicBezTo>
                <a:cubicBezTo>
                  <a:pt x="1588" y="15022"/>
                  <a:pt x="895" y="13706"/>
                  <a:pt x="293" y="12240"/>
                </a:cubicBezTo>
                <a:cubicBezTo>
                  <a:pt x="97" y="11806"/>
                  <a:pt x="0" y="11332"/>
                  <a:pt x="0" y="10814"/>
                </a:cubicBezTo>
                <a:cubicBezTo>
                  <a:pt x="0" y="10300"/>
                  <a:pt x="97" y="9815"/>
                  <a:pt x="293" y="9359"/>
                </a:cubicBezTo>
                <a:cubicBezTo>
                  <a:pt x="902" y="7889"/>
                  <a:pt x="1597" y="6577"/>
                  <a:pt x="2378" y="5416"/>
                </a:cubicBezTo>
                <a:cubicBezTo>
                  <a:pt x="3159" y="4255"/>
                  <a:pt x="4003" y="3270"/>
                  <a:pt x="4908" y="2462"/>
                </a:cubicBezTo>
                <a:cubicBezTo>
                  <a:pt x="5814" y="1653"/>
                  <a:pt x="6761" y="1039"/>
                  <a:pt x="7749" y="624"/>
                </a:cubicBezTo>
                <a:cubicBezTo>
                  <a:pt x="8738" y="205"/>
                  <a:pt x="9753" y="0"/>
                  <a:pt x="10801" y="0"/>
                </a:cubicBezTo>
                <a:cubicBezTo>
                  <a:pt x="11855" y="0"/>
                  <a:pt x="12878" y="205"/>
                  <a:pt x="13869" y="624"/>
                </a:cubicBezTo>
                <a:cubicBezTo>
                  <a:pt x="14863" y="1039"/>
                  <a:pt x="15805" y="1646"/>
                  <a:pt x="16701" y="2443"/>
                </a:cubicBezTo>
                <a:cubicBezTo>
                  <a:pt x="17594" y="3244"/>
                  <a:pt x="18433" y="4222"/>
                  <a:pt x="19216" y="5383"/>
                </a:cubicBezTo>
                <a:cubicBezTo>
                  <a:pt x="20002" y="6544"/>
                  <a:pt x="20706" y="7863"/>
                  <a:pt x="21333" y="9359"/>
                </a:cubicBezTo>
                <a:moveTo>
                  <a:pt x="10801" y="18906"/>
                </a:moveTo>
                <a:cubicBezTo>
                  <a:pt x="11731" y="18906"/>
                  <a:pt x="12624" y="18715"/>
                  <a:pt x="13478" y="18325"/>
                </a:cubicBezTo>
                <a:cubicBezTo>
                  <a:pt x="14332" y="17939"/>
                  <a:pt x="15142" y="17399"/>
                  <a:pt x="15908" y="16708"/>
                </a:cubicBezTo>
                <a:cubicBezTo>
                  <a:pt x="16674" y="16014"/>
                  <a:pt x="17383" y="15165"/>
                  <a:pt x="18039" y="14155"/>
                </a:cubicBezTo>
                <a:cubicBezTo>
                  <a:pt x="18697" y="13148"/>
                  <a:pt x="19282" y="12027"/>
                  <a:pt x="19798" y="10796"/>
                </a:cubicBezTo>
                <a:cubicBezTo>
                  <a:pt x="19172" y="9282"/>
                  <a:pt x="18440" y="7955"/>
                  <a:pt x="17601" y="6812"/>
                </a:cubicBezTo>
                <a:cubicBezTo>
                  <a:pt x="16762" y="5670"/>
                  <a:pt x="15839" y="4751"/>
                  <a:pt x="14831" y="4060"/>
                </a:cubicBezTo>
                <a:cubicBezTo>
                  <a:pt x="15230" y="4751"/>
                  <a:pt x="15538" y="5534"/>
                  <a:pt x="15761" y="6401"/>
                </a:cubicBezTo>
                <a:cubicBezTo>
                  <a:pt x="15984" y="7264"/>
                  <a:pt x="16096" y="8205"/>
                  <a:pt x="16096" y="9216"/>
                </a:cubicBezTo>
                <a:cubicBezTo>
                  <a:pt x="16096" y="10340"/>
                  <a:pt x="15957" y="11387"/>
                  <a:pt x="15680" y="12361"/>
                </a:cubicBezTo>
                <a:cubicBezTo>
                  <a:pt x="15404" y="13339"/>
                  <a:pt x="15017" y="14195"/>
                  <a:pt x="14520" y="14941"/>
                </a:cubicBezTo>
                <a:cubicBezTo>
                  <a:pt x="14023" y="15683"/>
                  <a:pt x="13448" y="16271"/>
                  <a:pt x="12793" y="16690"/>
                </a:cubicBezTo>
                <a:cubicBezTo>
                  <a:pt x="12137" y="17113"/>
                  <a:pt x="11437" y="17326"/>
                  <a:pt x="10696" y="17326"/>
                </a:cubicBezTo>
                <a:cubicBezTo>
                  <a:pt x="9944" y="17326"/>
                  <a:pt x="9247" y="17113"/>
                  <a:pt x="8598" y="16690"/>
                </a:cubicBezTo>
                <a:cubicBezTo>
                  <a:pt x="7950" y="16271"/>
                  <a:pt x="7380" y="15683"/>
                  <a:pt x="6883" y="14941"/>
                </a:cubicBezTo>
                <a:cubicBezTo>
                  <a:pt x="6386" y="14195"/>
                  <a:pt x="6000" y="13339"/>
                  <a:pt x="5723" y="12361"/>
                </a:cubicBezTo>
                <a:cubicBezTo>
                  <a:pt x="5444" y="11387"/>
                  <a:pt x="5307" y="10340"/>
                  <a:pt x="5307" y="9216"/>
                </a:cubicBezTo>
                <a:cubicBezTo>
                  <a:pt x="5307" y="8301"/>
                  <a:pt x="5405" y="7426"/>
                  <a:pt x="5606" y="6603"/>
                </a:cubicBezTo>
                <a:cubicBezTo>
                  <a:pt x="5804" y="5776"/>
                  <a:pt x="6071" y="5023"/>
                  <a:pt x="6408" y="4339"/>
                </a:cubicBezTo>
                <a:cubicBezTo>
                  <a:pt x="5496" y="5034"/>
                  <a:pt x="4644" y="5927"/>
                  <a:pt x="3861" y="7026"/>
                </a:cubicBezTo>
                <a:cubicBezTo>
                  <a:pt x="3075" y="8121"/>
                  <a:pt x="2390" y="9381"/>
                  <a:pt x="1803" y="10796"/>
                </a:cubicBezTo>
                <a:cubicBezTo>
                  <a:pt x="2319" y="12016"/>
                  <a:pt x="2902" y="13133"/>
                  <a:pt x="3555" y="14147"/>
                </a:cubicBezTo>
                <a:cubicBezTo>
                  <a:pt x="4208" y="15165"/>
                  <a:pt x="4918" y="16014"/>
                  <a:pt x="5689" y="16708"/>
                </a:cubicBezTo>
                <a:cubicBezTo>
                  <a:pt x="6457" y="17399"/>
                  <a:pt x="7270" y="17939"/>
                  <a:pt x="8124" y="18325"/>
                </a:cubicBezTo>
                <a:cubicBezTo>
                  <a:pt x="8980" y="18719"/>
                  <a:pt x="9871" y="18906"/>
                  <a:pt x="10801" y="18906"/>
                </a:cubicBezTo>
                <a:moveTo>
                  <a:pt x="10696" y="3953"/>
                </a:moveTo>
                <a:cubicBezTo>
                  <a:pt x="10218" y="3953"/>
                  <a:pt x="9763" y="4089"/>
                  <a:pt x="9330" y="4365"/>
                </a:cubicBezTo>
                <a:cubicBezTo>
                  <a:pt x="8897" y="4644"/>
                  <a:pt x="8525" y="5015"/>
                  <a:pt x="8217" y="5486"/>
                </a:cubicBezTo>
                <a:cubicBezTo>
                  <a:pt x="7908" y="5953"/>
                  <a:pt x="7661" y="6511"/>
                  <a:pt x="7475" y="7165"/>
                </a:cubicBezTo>
                <a:cubicBezTo>
                  <a:pt x="7287" y="7816"/>
                  <a:pt x="7191" y="8495"/>
                  <a:pt x="7191" y="9216"/>
                </a:cubicBezTo>
                <a:cubicBezTo>
                  <a:pt x="7191" y="9484"/>
                  <a:pt x="7257" y="9715"/>
                  <a:pt x="7385" y="9918"/>
                </a:cubicBezTo>
                <a:cubicBezTo>
                  <a:pt x="7514" y="10120"/>
                  <a:pt x="7678" y="10215"/>
                  <a:pt x="7872" y="10215"/>
                </a:cubicBezTo>
                <a:cubicBezTo>
                  <a:pt x="8067" y="10215"/>
                  <a:pt x="8226" y="10116"/>
                  <a:pt x="8351" y="9910"/>
                </a:cubicBezTo>
                <a:cubicBezTo>
                  <a:pt x="8478" y="9701"/>
                  <a:pt x="8540" y="9473"/>
                  <a:pt x="8540" y="9216"/>
                </a:cubicBezTo>
                <a:cubicBezTo>
                  <a:pt x="8540" y="8301"/>
                  <a:pt x="8750" y="7533"/>
                  <a:pt x="9166" y="6912"/>
                </a:cubicBezTo>
                <a:cubicBezTo>
                  <a:pt x="9585" y="6287"/>
                  <a:pt x="10094" y="5978"/>
                  <a:pt x="10695" y="5978"/>
                </a:cubicBezTo>
                <a:cubicBezTo>
                  <a:pt x="10891" y="5978"/>
                  <a:pt x="11053" y="5872"/>
                  <a:pt x="11182" y="5670"/>
                </a:cubicBezTo>
                <a:cubicBezTo>
                  <a:pt x="11310" y="5464"/>
                  <a:pt x="11376" y="5229"/>
                  <a:pt x="11376" y="4957"/>
                </a:cubicBezTo>
                <a:cubicBezTo>
                  <a:pt x="11376" y="4663"/>
                  <a:pt x="11310" y="4424"/>
                  <a:pt x="11182" y="4233"/>
                </a:cubicBezTo>
                <a:cubicBezTo>
                  <a:pt x="11053" y="4045"/>
                  <a:pt x="10891" y="3953"/>
                  <a:pt x="10696" y="3953"/>
                </a:cubicBezTo>
              </a:path>
            </a:pathLst>
          </a:custGeom>
          <a:solidFill>
            <a:srgbClr val="FFFFFF"/>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a:p>
        </p:txBody>
      </p:sp>
      <p:sp>
        <p:nvSpPr>
          <p:cNvPr id="34" name="AutoShape 26">
            <a:extLst>
              <a:ext uri="{FF2B5EF4-FFF2-40B4-BE49-F238E27FC236}">
                <a16:creationId xmlns:a16="http://schemas.microsoft.com/office/drawing/2014/main" id="{69F5195F-6940-28BB-CC6B-85A8C4FB44B1}"/>
              </a:ext>
            </a:extLst>
          </p:cNvPr>
          <p:cNvSpPr>
            <a:spLocks/>
          </p:cNvSpPr>
          <p:nvPr/>
        </p:nvSpPr>
        <p:spPr bwMode="auto">
          <a:xfrm>
            <a:off x="11355140" y="9601202"/>
            <a:ext cx="33655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4400" b="1" dirty="0">
                <a:solidFill>
                  <a:srgbClr val="FFFFFF"/>
                </a:solidFill>
                <a:latin typeface="Lato" charset="0"/>
                <a:ea typeface="ＭＳ Ｐゴシック" charset="0"/>
                <a:cs typeface="Lato" charset="0"/>
                <a:sym typeface="Lato" charset="0"/>
              </a:rPr>
              <a:t>Usabilidad</a:t>
            </a:r>
            <a:endParaRPr lang="es-ES" sz="4400" dirty="0">
              <a:ea typeface="ＭＳ Ｐゴシック" charset="0"/>
            </a:endParaRPr>
          </a:p>
        </p:txBody>
      </p:sp>
      <p:sp>
        <p:nvSpPr>
          <p:cNvPr id="35" name="AutoShape 27">
            <a:extLst>
              <a:ext uri="{FF2B5EF4-FFF2-40B4-BE49-F238E27FC236}">
                <a16:creationId xmlns:a16="http://schemas.microsoft.com/office/drawing/2014/main" id="{13F716EC-A748-94EB-DCF9-9595D4FEA11D}"/>
              </a:ext>
            </a:extLst>
          </p:cNvPr>
          <p:cNvSpPr>
            <a:spLocks/>
          </p:cNvSpPr>
          <p:nvPr/>
        </p:nvSpPr>
        <p:spPr bwMode="auto">
          <a:xfrm>
            <a:off x="5559177" y="9703297"/>
            <a:ext cx="33655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4400" b="1" dirty="0">
                <a:solidFill>
                  <a:srgbClr val="FFFFFF"/>
                </a:solidFill>
                <a:latin typeface="Lato" charset="0"/>
                <a:ea typeface="ＭＳ Ｐゴシック" charset="0"/>
                <a:cs typeface="Lato" charset="0"/>
                <a:sym typeface="Lato" charset="0"/>
              </a:rPr>
              <a:t>Rendimiento</a:t>
            </a:r>
            <a:endParaRPr lang="es-ES" sz="4400" dirty="0">
              <a:ea typeface="ＭＳ Ｐゴシック" charset="0"/>
            </a:endParaRPr>
          </a:p>
        </p:txBody>
      </p:sp>
      <p:sp>
        <p:nvSpPr>
          <p:cNvPr id="36" name="AutoShape 28">
            <a:extLst>
              <a:ext uri="{FF2B5EF4-FFF2-40B4-BE49-F238E27FC236}">
                <a16:creationId xmlns:a16="http://schemas.microsoft.com/office/drawing/2014/main" id="{FAADF0B2-9C03-F3A4-BEAE-4AC89DE73520}"/>
              </a:ext>
            </a:extLst>
          </p:cNvPr>
          <p:cNvSpPr>
            <a:spLocks/>
          </p:cNvSpPr>
          <p:nvPr/>
        </p:nvSpPr>
        <p:spPr bwMode="auto">
          <a:xfrm>
            <a:off x="8607177" y="7391897"/>
            <a:ext cx="3365500" cy="355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defTabSz="647700">
              <a:spcBef>
                <a:spcPts val="1700"/>
              </a:spcBef>
              <a:defRPr/>
            </a:pPr>
            <a:r>
              <a:rPr lang="es-ES" sz="5400" b="1" dirty="0">
                <a:solidFill>
                  <a:srgbClr val="FFFFFF"/>
                </a:solidFill>
                <a:latin typeface="Lato" charset="0"/>
                <a:ea typeface="ＭＳ Ｐゴシック" charset="0"/>
                <a:cs typeface="Lato" charset="0"/>
                <a:sym typeface="Lato" charset="0"/>
              </a:rPr>
              <a:t>Seguridad</a:t>
            </a:r>
            <a:endParaRPr lang="es-ES" sz="5400" dirty="0">
              <a:ea typeface="ＭＳ Ｐゴシック" charset="0"/>
            </a:endParaRPr>
          </a:p>
        </p:txBody>
      </p:sp>
      <p:sp>
        <p:nvSpPr>
          <p:cNvPr id="38" name="AutoShape 131">
            <a:extLst>
              <a:ext uri="{FF2B5EF4-FFF2-40B4-BE49-F238E27FC236}">
                <a16:creationId xmlns:a16="http://schemas.microsoft.com/office/drawing/2014/main" id="{E05AF5A7-DBE4-7E27-66D2-439E3EBF64B4}"/>
              </a:ext>
            </a:extLst>
          </p:cNvPr>
          <p:cNvSpPr>
            <a:spLocks/>
          </p:cNvSpPr>
          <p:nvPr/>
        </p:nvSpPr>
        <p:spPr bwMode="auto">
          <a:xfrm>
            <a:off x="9743728" y="5455146"/>
            <a:ext cx="1224136" cy="1492449"/>
          </a:xfrm>
          <a:custGeom>
            <a:avLst/>
            <a:gdLst>
              <a:gd name="T0" fmla="*/ 311150 w 21600"/>
              <a:gd name="T1" fmla="*/ 412750 h 21600"/>
              <a:gd name="T2" fmla="*/ 311150 w 21600"/>
              <a:gd name="T3" fmla="*/ 412750 h 21600"/>
              <a:gd name="T4" fmla="*/ 311150 w 21600"/>
              <a:gd name="T5" fmla="*/ 412750 h 21600"/>
              <a:gd name="T6" fmla="*/ 311150 w 21600"/>
              <a:gd name="T7" fmla="*/ 41275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71" y="9829"/>
                </a:moveTo>
                <a:cubicBezTo>
                  <a:pt x="20671" y="9939"/>
                  <a:pt x="20995" y="10131"/>
                  <a:pt x="21232" y="10408"/>
                </a:cubicBezTo>
                <a:cubicBezTo>
                  <a:pt x="21481" y="10681"/>
                  <a:pt x="21599" y="11001"/>
                  <a:pt x="21599" y="11358"/>
                </a:cubicBezTo>
                <a:lnTo>
                  <a:pt x="21599" y="19987"/>
                </a:lnTo>
                <a:cubicBezTo>
                  <a:pt x="21599" y="20419"/>
                  <a:pt x="21398" y="20796"/>
                  <a:pt x="21002" y="21116"/>
                </a:cubicBezTo>
                <a:cubicBezTo>
                  <a:pt x="20606" y="21438"/>
                  <a:pt x="20138" y="21599"/>
                  <a:pt x="19598" y="21599"/>
                </a:cubicBezTo>
                <a:lnTo>
                  <a:pt x="2016" y="21599"/>
                </a:lnTo>
                <a:cubicBezTo>
                  <a:pt x="1476" y="21599"/>
                  <a:pt x="1004" y="21438"/>
                  <a:pt x="604" y="21116"/>
                </a:cubicBezTo>
                <a:cubicBezTo>
                  <a:pt x="198" y="20796"/>
                  <a:pt x="0" y="20419"/>
                  <a:pt x="0" y="19987"/>
                </a:cubicBezTo>
                <a:lnTo>
                  <a:pt x="0" y="11358"/>
                </a:lnTo>
                <a:cubicBezTo>
                  <a:pt x="0" y="11001"/>
                  <a:pt x="122" y="10681"/>
                  <a:pt x="367" y="10408"/>
                </a:cubicBezTo>
                <a:cubicBezTo>
                  <a:pt x="619" y="10131"/>
                  <a:pt x="939" y="9938"/>
                  <a:pt x="1346" y="9829"/>
                </a:cubicBezTo>
                <a:lnTo>
                  <a:pt x="1346" y="7566"/>
                </a:lnTo>
                <a:cubicBezTo>
                  <a:pt x="1346" y="6530"/>
                  <a:pt x="1591" y="5551"/>
                  <a:pt x="2084" y="4632"/>
                </a:cubicBezTo>
                <a:cubicBezTo>
                  <a:pt x="2581" y="3711"/>
                  <a:pt x="3254" y="2908"/>
                  <a:pt x="4108" y="2219"/>
                </a:cubicBezTo>
                <a:cubicBezTo>
                  <a:pt x="4968" y="1531"/>
                  <a:pt x="5973" y="990"/>
                  <a:pt x="7125" y="593"/>
                </a:cubicBezTo>
                <a:cubicBezTo>
                  <a:pt x="8281" y="198"/>
                  <a:pt x="9509" y="0"/>
                  <a:pt x="10809" y="0"/>
                </a:cubicBezTo>
                <a:cubicBezTo>
                  <a:pt x="12105" y="0"/>
                  <a:pt x="13329" y="198"/>
                  <a:pt x="14478" y="593"/>
                </a:cubicBezTo>
                <a:cubicBezTo>
                  <a:pt x="15630" y="990"/>
                  <a:pt x="16634" y="1531"/>
                  <a:pt x="17495" y="2219"/>
                </a:cubicBezTo>
                <a:cubicBezTo>
                  <a:pt x="18355" y="2908"/>
                  <a:pt x="19036" y="3714"/>
                  <a:pt x="19533" y="4641"/>
                </a:cubicBezTo>
                <a:cubicBezTo>
                  <a:pt x="20022" y="5562"/>
                  <a:pt x="20271" y="6538"/>
                  <a:pt x="20271" y="7566"/>
                </a:cubicBezTo>
                <a:lnTo>
                  <a:pt x="20271" y="9829"/>
                </a:lnTo>
                <a:close/>
                <a:moveTo>
                  <a:pt x="16202" y="7566"/>
                </a:moveTo>
                <a:cubicBezTo>
                  <a:pt x="16202" y="6961"/>
                  <a:pt x="16062" y="6394"/>
                  <a:pt x="15781" y="5870"/>
                </a:cubicBezTo>
                <a:cubicBezTo>
                  <a:pt x="15496" y="5349"/>
                  <a:pt x="15108" y="4894"/>
                  <a:pt x="14614" y="4508"/>
                </a:cubicBezTo>
                <a:cubicBezTo>
                  <a:pt x="14125" y="4123"/>
                  <a:pt x="13545" y="3817"/>
                  <a:pt x="12886" y="3593"/>
                </a:cubicBezTo>
                <a:cubicBezTo>
                  <a:pt x="12224" y="3365"/>
                  <a:pt x="11532" y="3253"/>
                  <a:pt x="10809" y="3253"/>
                </a:cubicBezTo>
                <a:cubicBezTo>
                  <a:pt x="10049" y="3253"/>
                  <a:pt x="9347" y="3365"/>
                  <a:pt x="8706" y="3593"/>
                </a:cubicBezTo>
                <a:cubicBezTo>
                  <a:pt x="8061" y="3817"/>
                  <a:pt x="7489" y="4123"/>
                  <a:pt x="6988" y="4508"/>
                </a:cubicBezTo>
                <a:cubicBezTo>
                  <a:pt x="6488" y="4894"/>
                  <a:pt x="6099" y="5352"/>
                  <a:pt x="5818" y="5879"/>
                </a:cubicBezTo>
                <a:cubicBezTo>
                  <a:pt x="5537" y="6406"/>
                  <a:pt x="5397" y="6970"/>
                  <a:pt x="5397" y="7566"/>
                </a:cubicBezTo>
                <a:lnTo>
                  <a:pt x="5397" y="9717"/>
                </a:lnTo>
                <a:lnTo>
                  <a:pt x="16202" y="9717"/>
                </a:lnTo>
                <a:lnTo>
                  <a:pt x="16202" y="7566"/>
                </a:lnTo>
                <a:close/>
                <a:moveTo>
                  <a:pt x="11964" y="15409"/>
                </a:moveTo>
                <a:cubicBezTo>
                  <a:pt x="12296" y="15245"/>
                  <a:pt x="12569" y="15020"/>
                  <a:pt x="12782" y="14744"/>
                </a:cubicBezTo>
                <a:cubicBezTo>
                  <a:pt x="12990" y="14462"/>
                  <a:pt x="13098" y="14159"/>
                  <a:pt x="13098" y="13840"/>
                </a:cubicBezTo>
                <a:cubicBezTo>
                  <a:pt x="13098" y="13333"/>
                  <a:pt x="12875" y="12898"/>
                  <a:pt x="12429" y="12530"/>
                </a:cubicBezTo>
                <a:cubicBezTo>
                  <a:pt x="11979" y="12161"/>
                  <a:pt x="11439" y="11980"/>
                  <a:pt x="10809" y="11980"/>
                </a:cubicBezTo>
                <a:cubicBezTo>
                  <a:pt x="10175" y="11980"/>
                  <a:pt x="9638" y="12161"/>
                  <a:pt x="9188" y="12530"/>
                </a:cubicBezTo>
                <a:cubicBezTo>
                  <a:pt x="8738" y="12898"/>
                  <a:pt x="8515" y="13333"/>
                  <a:pt x="8515" y="13840"/>
                </a:cubicBezTo>
                <a:cubicBezTo>
                  <a:pt x="8515" y="14159"/>
                  <a:pt x="8616" y="14462"/>
                  <a:pt x="8825" y="14744"/>
                </a:cubicBezTo>
                <a:cubicBezTo>
                  <a:pt x="9033" y="15020"/>
                  <a:pt x="9300" y="15233"/>
                  <a:pt x="9638" y="15383"/>
                </a:cubicBezTo>
                <a:lnTo>
                  <a:pt x="8515" y="19339"/>
                </a:lnTo>
                <a:lnTo>
                  <a:pt x="13098" y="19339"/>
                </a:lnTo>
                <a:lnTo>
                  <a:pt x="11964" y="15409"/>
                </a:lnTo>
                <a:close/>
              </a:path>
            </a:pathLst>
          </a:custGeom>
          <a:solidFill>
            <a:srgbClr val="FFFFFF"/>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dirty="0"/>
          </a:p>
        </p:txBody>
      </p:sp>
      <p:sp>
        <p:nvSpPr>
          <p:cNvPr id="39" name="AutoShape 99">
            <a:extLst>
              <a:ext uri="{FF2B5EF4-FFF2-40B4-BE49-F238E27FC236}">
                <a16:creationId xmlns:a16="http://schemas.microsoft.com/office/drawing/2014/main" id="{137FCCD2-78F9-71AE-C094-57DC55FD7F3A}"/>
              </a:ext>
            </a:extLst>
          </p:cNvPr>
          <p:cNvSpPr>
            <a:spLocks/>
          </p:cNvSpPr>
          <p:nvPr/>
        </p:nvSpPr>
        <p:spPr bwMode="auto">
          <a:xfrm>
            <a:off x="6738690" y="8618898"/>
            <a:ext cx="825500" cy="825500"/>
          </a:xfrm>
          <a:custGeom>
            <a:avLst/>
            <a:gdLst>
              <a:gd name="T0" fmla="*/ 412750 w 21600"/>
              <a:gd name="T1" fmla="*/ 412750 h 21600"/>
              <a:gd name="T2" fmla="*/ 412750 w 21600"/>
              <a:gd name="T3" fmla="*/ 412750 h 21600"/>
              <a:gd name="T4" fmla="*/ 412750 w 21600"/>
              <a:gd name="T5" fmla="*/ 412750 h 21600"/>
              <a:gd name="T6" fmla="*/ 412750 w 21600"/>
              <a:gd name="T7" fmla="*/ 41275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1234" y="6152"/>
                </a:moveTo>
                <a:cubicBezTo>
                  <a:pt x="11406" y="6502"/>
                  <a:pt x="11552" y="6917"/>
                  <a:pt x="11672" y="7394"/>
                </a:cubicBezTo>
                <a:cubicBezTo>
                  <a:pt x="11747" y="7411"/>
                  <a:pt x="11886" y="7434"/>
                  <a:pt x="12088" y="7462"/>
                </a:cubicBezTo>
                <a:cubicBezTo>
                  <a:pt x="12291" y="7487"/>
                  <a:pt x="12500" y="7527"/>
                  <a:pt x="12714" y="7578"/>
                </a:cubicBezTo>
                <a:cubicBezTo>
                  <a:pt x="12928" y="7626"/>
                  <a:pt x="13119" y="7679"/>
                  <a:pt x="13289" y="7730"/>
                </a:cubicBezTo>
                <a:cubicBezTo>
                  <a:pt x="13458" y="7787"/>
                  <a:pt x="13543" y="7849"/>
                  <a:pt x="13543" y="7922"/>
                </a:cubicBezTo>
                <a:lnTo>
                  <a:pt x="13543" y="10328"/>
                </a:lnTo>
                <a:cubicBezTo>
                  <a:pt x="13543" y="10415"/>
                  <a:pt x="13458" y="10494"/>
                  <a:pt x="13289" y="10548"/>
                </a:cubicBezTo>
                <a:cubicBezTo>
                  <a:pt x="13119" y="10610"/>
                  <a:pt x="12928" y="10658"/>
                  <a:pt x="12714" y="10706"/>
                </a:cubicBezTo>
                <a:cubicBezTo>
                  <a:pt x="12500" y="10751"/>
                  <a:pt x="12288" y="10782"/>
                  <a:pt x="12076" y="10800"/>
                </a:cubicBezTo>
                <a:cubicBezTo>
                  <a:pt x="11867" y="10819"/>
                  <a:pt x="11730" y="10836"/>
                  <a:pt x="11672" y="10856"/>
                </a:cubicBezTo>
                <a:cubicBezTo>
                  <a:pt x="11566" y="11243"/>
                  <a:pt x="11429" y="11638"/>
                  <a:pt x="11255" y="12045"/>
                </a:cubicBezTo>
                <a:cubicBezTo>
                  <a:pt x="11429" y="12324"/>
                  <a:pt x="11594" y="12595"/>
                  <a:pt x="11756" y="12864"/>
                </a:cubicBezTo>
                <a:cubicBezTo>
                  <a:pt x="11919" y="13126"/>
                  <a:pt x="12100" y="13394"/>
                  <a:pt x="12302" y="13654"/>
                </a:cubicBezTo>
                <a:lnTo>
                  <a:pt x="12326" y="13787"/>
                </a:lnTo>
                <a:cubicBezTo>
                  <a:pt x="12326" y="13841"/>
                  <a:pt x="12248" y="13976"/>
                  <a:pt x="12095" y="14194"/>
                </a:cubicBezTo>
                <a:cubicBezTo>
                  <a:pt x="11940" y="14411"/>
                  <a:pt x="11761" y="14637"/>
                  <a:pt x="11559" y="14877"/>
                </a:cubicBezTo>
                <a:cubicBezTo>
                  <a:pt x="11356" y="15117"/>
                  <a:pt x="11166" y="15326"/>
                  <a:pt x="10991" y="15512"/>
                </a:cubicBezTo>
                <a:cubicBezTo>
                  <a:pt x="10812" y="15696"/>
                  <a:pt x="10702" y="15789"/>
                  <a:pt x="10657" y="15789"/>
                </a:cubicBezTo>
                <a:cubicBezTo>
                  <a:pt x="10643" y="15789"/>
                  <a:pt x="10565" y="15727"/>
                  <a:pt x="10426" y="15605"/>
                </a:cubicBezTo>
                <a:cubicBezTo>
                  <a:pt x="10288" y="15484"/>
                  <a:pt x="10135" y="15346"/>
                  <a:pt x="9965" y="15187"/>
                </a:cubicBezTo>
                <a:cubicBezTo>
                  <a:pt x="9796" y="15029"/>
                  <a:pt x="9638" y="14885"/>
                  <a:pt x="9492" y="14747"/>
                </a:cubicBezTo>
                <a:cubicBezTo>
                  <a:pt x="9344" y="14614"/>
                  <a:pt x="9250" y="14524"/>
                  <a:pt x="9205" y="14476"/>
                </a:cubicBezTo>
                <a:cubicBezTo>
                  <a:pt x="8866" y="14685"/>
                  <a:pt x="8536" y="14851"/>
                  <a:pt x="8212" y="14978"/>
                </a:cubicBezTo>
                <a:cubicBezTo>
                  <a:pt x="8212" y="15069"/>
                  <a:pt x="8200" y="15235"/>
                  <a:pt x="8179" y="15475"/>
                </a:cubicBezTo>
                <a:cubicBezTo>
                  <a:pt x="8155" y="15721"/>
                  <a:pt x="8127" y="15975"/>
                  <a:pt x="8089" y="16241"/>
                </a:cubicBezTo>
                <a:cubicBezTo>
                  <a:pt x="8052" y="16509"/>
                  <a:pt x="8004" y="16743"/>
                  <a:pt x="7948" y="16944"/>
                </a:cubicBezTo>
                <a:cubicBezTo>
                  <a:pt x="7892" y="17147"/>
                  <a:pt x="7833" y="17249"/>
                  <a:pt x="7774" y="17249"/>
                </a:cubicBezTo>
                <a:lnTo>
                  <a:pt x="5768" y="17249"/>
                </a:lnTo>
                <a:cubicBezTo>
                  <a:pt x="5707" y="17249"/>
                  <a:pt x="5651" y="17147"/>
                  <a:pt x="5594" y="16944"/>
                </a:cubicBezTo>
                <a:cubicBezTo>
                  <a:pt x="5538" y="16743"/>
                  <a:pt x="5493" y="16509"/>
                  <a:pt x="5462" y="16241"/>
                </a:cubicBezTo>
                <a:cubicBezTo>
                  <a:pt x="5434" y="15975"/>
                  <a:pt x="5406" y="15721"/>
                  <a:pt x="5385" y="15484"/>
                </a:cubicBezTo>
                <a:cubicBezTo>
                  <a:pt x="5361" y="15244"/>
                  <a:pt x="5352" y="15077"/>
                  <a:pt x="5352" y="14978"/>
                </a:cubicBezTo>
                <a:cubicBezTo>
                  <a:pt x="5013" y="14871"/>
                  <a:pt x="4681" y="14702"/>
                  <a:pt x="4359" y="14476"/>
                </a:cubicBezTo>
                <a:cubicBezTo>
                  <a:pt x="4126" y="14685"/>
                  <a:pt x="3895" y="14894"/>
                  <a:pt x="3667" y="15106"/>
                </a:cubicBezTo>
                <a:cubicBezTo>
                  <a:pt x="3438" y="15320"/>
                  <a:pt x="3212" y="15535"/>
                  <a:pt x="2996" y="15761"/>
                </a:cubicBezTo>
                <a:lnTo>
                  <a:pt x="2883" y="15789"/>
                </a:lnTo>
                <a:cubicBezTo>
                  <a:pt x="2855" y="15789"/>
                  <a:pt x="2751" y="15696"/>
                  <a:pt x="2572" y="15512"/>
                </a:cubicBezTo>
                <a:cubicBezTo>
                  <a:pt x="2396" y="15326"/>
                  <a:pt x="2212" y="15117"/>
                  <a:pt x="2021" y="14877"/>
                </a:cubicBezTo>
                <a:cubicBezTo>
                  <a:pt x="1828" y="14637"/>
                  <a:pt x="1657" y="14411"/>
                  <a:pt x="1504" y="14194"/>
                </a:cubicBezTo>
                <a:cubicBezTo>
                  <a:pt x="1348" y="13976"/>
                  <a:pt x="1273" y="13841"/>
                  <a:pt x="1273" y="13787"/>
                </a:cubicBezTo>
                <a:cubicBezTo>
                  <a:pt x="1273" y="13770"/>
                  <a:pt x="1320" y="13677"/>
                  <a:pt x="1419" y="13510"/>
                </a:cubicBezTo>
                <a:cubicBezTo>
                  <a:pt x="1515" y="13346"/>
                  <a:pt x="1628" y="13163"/>
                  <a:pt x="1751" y="12971"/>
                </a:cubicBezTo>
                <a:cubicBezTo>
                  <a:pt x="1875" y="12776"/>
                  <a:pt x="1991" y="12590"/>
                  <a:pt x="2099" y="12415"/>
                </a:cubicBezTo>
                <a:cubicBezTo>
                  <a:pt x="2210" y="12240"/>
                  <a:pt x="2278" y="12127"/>
                  <a:pt x="2308" y="12070"/>
                </a:cubicBezTo>
                <a:cubicBezTo>
                  <a:pt x="2134" y="11686"/>
                  <a:pt x="1988" y="11260"/>
                  <a:pt x="1868" y="10800"/>
                </a:cubicBezTo>
                <a:cubicBezTo>
                  <a:pt x="1793" y="10783"/>
                  <a:pt x="1654" y="10760"/>
                  <a:pt x="1452" y="10732"/>
                </a:cubicBezTo>
                <a:cubicBezTo>
                  <a:pt x="1249" y="10706"/>
                  <a:pt x="1042" y="10675"/>
                  <a:pt x="826" y="10639"/>
                </a:cubicBezTo>
                <a:cubicBezTo>
                  <a:pt x="611" y="10602"/>
                  <a:pt x="421" y="10554"/>
                  <a:pt x="251" y="10497"/>
                </a:cubicBezTo>
                <a:cubicBezTo>
                  <a:pt x="82" y="10438"/>
                  <a:pt x="0" y="10373"/>
                  <a:pt x="0" y="10300"/>
                </a:cubicBezTo>
                <a:lnTo>
                  <a:pt x="0" y="7869"/>
                </a:lnTo>
                <a:cubicBezTo>
                  <a:pt x="0" y="7798"/>
                  <a:pt x="82" y="7724"/>
                  <a:pt x="251" y="7660"/>
                </a:cubicBezTo>
                <a:cubicBezTo>
                  <a:pt x="421" y="7589"/>
                  <a:pt x="616" y="7538"/>
                  <a:pt x="837" y="7501"/>
                </a:cubicBezTo>
                <a:cubicBezTo>
                  <a:pt x="1059" y="7468"/>
                  <a:pt x="1273" y="7434"/>
                  <a:pt x="1475" y="7408"/>
                </a:cubicBezTo>
                <a:cubicBezTo>
                  <a:pt x="1678" y="7380"/>
                  <a:pt x="1817" y="7366"/>
                  <a:pt x="1892" y="7366"/>
                </a:cubicBezTo>
                <a:cubicBezTo>
                  <a:pt x="1981" y="6925"/>
                  <a:pt x="2120" y="6530"/>
                  <a:pt x="2308" y="6177"/>
                </a:cubicBezTo>
                <a:cubicBezTo>
                  <a:pt x="2134" y="5900"/>
                  <a:pt x="1965" y="5621"/>
                  <a:pt x="1795" y="5347"/>
                </a:cubicBezTo>
                <a:cubicBezTo>
                  <a:pt x="1628" y="5073"/>
                  <a:pt x="1452" y="4802"/>
                  <a:pt x="1273" y="4542"/>
                </a:cubicBezTo>
                <a:lnTo>
                  <a:pt x="1228" y="4407"/>
                </a:lnTo>
                <a:cubicBezTo>
                  <a:pt x="1228" y="4353"/>
                  <a:pt x="1303" y="4221"/>
                  <a:pt x="1456" y="4009"/>
                </a:cubicBezTo>
                <a:cubicBezTo>
                  <a:pt x="1612" y="3797"/>
                  <a:pt x="1788" y="3574"/>
                  <a:pt x="1986" y="3334"/>
                </a:cubicBezTo>
                <a:cubicBezTo>
                  <a:pt x="2186" y="3094"/>
                  <a:pt x="2374" y="2882"/>
                  <a:pt x="2551" y="2696"/>
                </a:cubicBezTo>
                <a:cubicBezTo>
                  <a:pt x="2727" y="2515"/>
                  <a:pt x="2838" y="2419"/>
                  <a:pt x="2883" y="2419"/>
                </a:cubicBezTo>
                <a:cubicBezTo>
                  <a:pt x="2899" y="2419"/>
                  <a:pt x="2975" y="2478"/>
                  <a:pt x="3113" y="2597"/>
                </a:cubicBezTo>
                <a:cubicBezTo>
                  <a:pt x="3252" y="2713"/>
                  <a:pt x="3408" y="2851"/>
                  <a:pt x="3577" y="3006"/>
                </a:cubicBezTo>
                <a:cubicBezTo>
                  <a:pt x="3744" y="3164"/>
                  <a:pt x="3907" y="3320"/>
                  <a:pt x="4060" y="3469"/>
                </a:cubicBezTo>
                <a:cubicBezTo>
                  <a:pt x="4215" y="3616"/>
                  <a:pt x="4307" y="3706"/>
                  <a:pt x="4335" y="3743"/>
                </a:cubicBezTo>
                <a:cubicBezTo>
                  <a:pt x="4660" y="3517"/>
                  <a:pt x="4999" y="3354"/>
                  <a:pt x="5352" y="3243"/>
                </a:cubicBezTo>
                <a:cubicBezTo>
                  <a:pt x="5352" y="3173"/>
                  <a:pt x="5361" y="3003"/>
                  <a:pt x="5385" y="2746"/>
                </a:cubicBezTo>
                <a:cubicBezTo>
                  <a:pt x="5406" y="2484"/>
                  <a:pt x="5434" y="2224"/>
                  <a:pt x="5462" y="1967"/>
                </a:cubicBezTo>
                <a:cubicBezTo>
                  <a:pt x="5493" y="1707"/>
                  <a:pt x="5533" y="1476"/>
                  <a:pt x="5582" y="1264"/>
                </a:cubicBezTo>
                <a:cubicBezTo>
                  <a:pt x="5630" y="1052"/>
                  <a:pt x="5693" y="948"/>
                  <a:pt x="5768" y="948"/>
                </a:cubicBezTo>
                <a:lnTo>
                  <a:pt x="7774" y="948"/>
                </a:lnTo>
                <a:cubicBezTo>
                  <a:pt x="7833" y="948"/>
                  <a:pt x="7891" y="1052"/>
                  <a:pt x="7948" y="1264"/>
                </a:cubicBezTo>
                <a:cubicBezTo>
                  <a:pt x="8004" y="1476"/>
                  <a:pt x="8047" y="1707"/>
                  <a:pt x="8077" y="1967"/>
                </a:cubicBezTo>
                <a:cubicBezTo>
                  <a:pt x="8108" y="2224"/>
                  <a:pt x="8134" y="2484"/>
                  <a:pt x="8155" y="2746"/>
                </a:cubicBezTo>
                <a:cubicBezTo>
                  <a:pt x="8179" y="3003"/>
                  <a:pt x="8197" y="3173"/>
                  <a:pt x="8212" y="3243"/>
                </a:cubicBezTo>
                <a:cubicBezTo>
                  <a:pt x="8551" y="3354"/>
                  <a:pt x="8873" y="3512"/>
                  <a:pt x="9181" y="3715"/>
                </a:cubicBezTo>
                <a:cubicBezTo>
                  <a:pt x="9414" y="3512"/>
                  <a:pt x="9650" y="3305"/>
                  <a:pt x="9885" y="3105"/>
                </a:cubicBezTo>
                <a:cubicBezTo>
                  <a:pt x="10123" y="2899"/>
                  <a:pt x="10351" y="2690"/>
                  <a:pt x="10568" y="2475"/>
                </a:cubicBezTo>
                <a:lnTo>
                  <a:pt x="10657" y="2419"/>
                </a:lnTo>
                <a:cubicBezTo>
                  <a:pt x="10688" y="2419"/>
                  <a:pt x="10791" y="2518"/>
                  <a:pt x="10968" y="2710"/>
                </a:cubicBezTo>
                <a:cubicBezTo>
                  <a:pt x="11144" y="2904"/>
                  <a:pt x="11330" y="3116"/>
                  <a:pt x="11526" y="3348"/>
                </a:cubicBezTo>
                <a:cubicBezTo>
                  <a:pt x="11721" y="3577"/>
                  <a:pt x="11900" y="3797"/>
                  <a:pt x="12060" y="4009"/>
                </a:cubicBezTo>
                <a:cubicBezTo>
                  <a:pt x="12222" y="4220"/>
                  <a:pt x="12302" y="4353"/>
                  <a:pt x="12302" y="4407"/>
                </a:cubicBezTo>
                <a:cubicBezTo>
                  <a:pt x="12302" y="4443"/>
                  <a:pt x="12253" y="4542"/>
                  <a:pt x="12152" y="4712"/>
                </a:cubicBezTo>
                <a:cubicBezTo>
                  <a:pt x="12048" y="4878"/>
                  <a:pt x="11935" y="5056"/>
                  <a:pt x="11813" y="5251"/>
                </a:cubicBezTo>
                <a:cubicBezTo>
                  <a:pt x="11688" y="5446"/>
                  <a:pt x="11568" y="5629"/>
                  <a:pt x="11453" y="5807"/>
                </a:cubicBezTo>
                <a:cubicBezTo>
                  <a:pt x="11335" y="5982"/>
                  <a:pt x="11260" y="6095"/>
                  <a:pt x="11234" y="6152"/>
                </a:cubicBezTo>
                <a:moveTo>
                  <a:pt x="6781" y="11545"/>
                </a:moveTo>
                <a:cubicBezTo>
                  <a:pt x="7061" y="11545"/>
                  <a:pt x="7322" y="11480"/>
                  <a:pt x="7569" y="11356"/>
                </a:cubicBezTo>
                <a:cubicBezTo>
                  <a:pt x="7819" y="11229"/>
                  <a:pt x="8035" y="11056"/>
                  <a:pt x="8219" y="10836"/>
                </a:cubicBezTo>
                <a:cubicBezTo>
                  <a:pt x="8402" y="10616"/>
                  <a:pt x="8546" y="10356"/>
                  <a:pt x="8652" y="10059"/>
                </a:cubicBezTo>
                <a:cubicBezTo>
                  <a:pt x="8758" y="9760"/>
                  <a:pt x="8809" y="9447"/>
                  <a:pt x="8809" y="9111"/>
                </a:cubicBezTo>
                <a:cubicBezTo>
                  <a:pt x="8809" y="8778"/>
                  <a:pt x="8758" y="8458"/>
                  <a:pt x="8652" y="8159"/>
                </a:cubicBezTo>
                <a:cubicBezTo>
                  <a:pt x="8546" y="7857"/>
                  <a:pt x="8402" y="7592"/>
                  <a:pt x="8219" y="7372"/>
                </a:cubicBezTo>
                <a:cubicBezTo>
                  <a:pt x="8035" y="7151"/>
                  <a:pt x="7819" y="6979"/>
                  <a:pt x="7569" y="6846"/>
                </a:cubicBezTo>
                <a:cubicBezTo>
                  <a:pt x="7322" y="6716"/>
                  <a:pt x="7061" y="6649"/>
                  <a:pt x="6781" y="6649"/>
                </a:cubicBezTo>
                <a:cubicBezTo>
                  <a:pt x="6211" y="6649"/>
                  <a:pt x="5726" y="6889"/>
                  <a:pt x="5328" y="7366"/>
                </a:cubicBezTo>
                <a:cubicBezTo>
                  <a:pt x="4931" y="7843"/>
                  <a:pt x="4730" y="8425"/>
                  <a:pt x="4730" y="9111"/>
                </a:cubicBezTo>
                <a:cubicBezTo>
                  <a:pt x="4730" y="9447"/>
                  <a:pt x="4785" y="9760"/>
                  <a:pt x="4895" y="10060"/>
                </a:cubicBezTo>
                <a:cubicBezTo>
                  <a:pt x="5003" y="10356"/>
                  <a:pt x="5149" y="10616"/>
                  <a:pt x="5333" y="10836"/>
                </a:cubicBezTo>
                <a:cubicBezTo>
                  <a:pt x="5517" y="11056"/>
                  <a:pt x="5735" y="11229"/>
                  <a:pt x="5987" y="11356"/>
                </a:cubicBezTo>
                <a:cubicBezTo>
                  <a:pt x="6239" y="11480"/>
                  <a:pt x="6500" y="11545"/>
                  <a:pt x="6781" y="11545"/>
                </a:cubicBezTo>
                <a:moveTo>
                  <a:pt x="20496" y="16952"/>
                </a:moveTo>
                <a:cubicBezTo>
                  <a:pt x="20427" y="17293"/>
                  <a:pt x="20340" y="17613"/>
                  <a:pt x="20234" y="17912"/>
                </a:cubicBezTo>
                <a:cubicBezTo>
                  <a:pt x="20251" y="17963"/>
                  <a:pt x="20293" y="18050"/>
                  <a:pt x="20364" y="18161"/>
                </a:cubicBezTo>
                <a:cubicBezTo>
                  <a:pt x="20437" y="18273"/>
                  <a:pt x="20507" y="18398"/>
                  <a:pt x="20573" y="18528"/>
                </a:cubicBezTo>
                <a:cubicBezTo>
                  <a:pt x="20642" y="18655"/>
                  <a:pt x="20700" y="18779"/>
                  <a:pt x="20755" y="18897"/>
                </a:cubicBezTo>
                <a:cubicBezTo>
                  <a:pt x="20806" y="19013"/>
                  <a:pt x="20832" y="19098"/>
                  <a:pt x="20832" y="19140"/>
                </a:cubicBezTo>
                <a:cubicBezTo>
                  <a:pt x="20832" y="19177"/>
                  <a:pt x="20762" y="19281"/>
                  <a:pt x="20625" y="19459"/>
                </a:cubicBezTo>
                <a:cubicBezTo>
                  <a:pt x="20486" y="19634"/>
                  <a:pt x="20324" y="19821"/>
                  <a:pt x="20140" y="20013"/>
                </a:cubicBezTo>
                <a:cubicBezTo>
                  <a:pt x="19957" y="20205"/>
                  <a:pt x="19778" y="20388"/>
                  <a:pt x="19611" y="20558"/>
                </a:cubicBezTo>
                <a:cubicBezTo>
                  <a:pt x="19441" y="20730"/>
                  <a:pt x="19333" y="20848"/>
                  <a:pt x="19288" y="20911"/>
                </a:cubicBezTo>
                <a:lnTo>
                  <a:pt x="19199" y="20967"/>
                </a:lnTo>
                <a:cubicBezTo>
                  <a:pt x="19168" y="20967"/>
                  <a:pt x="19107" y="20928"/>
                  <a:pt x="19013" y="20851"/>
                </a:cubicBezTo>
                <a:cubicBezTo>
                  <a:pt x="18919" y="20772"/>
                  <a:pt x="18822" y="20685"/>
                  <a:pt x="18726" y="20586"/>
                </a:cubicBezTo>
                <a:cubicBezTo>
                  <a:pt x="18629" y="20487"/>
                  <a:pt x="18533" y="20391"/>
                  <a:pt x="18438" y="20295"/>
                </a:cubicBezTo>
                <a:cubicBezTo>
                  <a:pt x="18344" y="20199"/>
                  <a:pt x="18283" y="20137"/>
                  <a:pt x="18253" y="20100"/>
                </a:cubicBezTo>
                <a:cubicBezTo>
                  <a:pt x="17975" y="20208"/>
                  <a:pt x="17681" y="20295"/>
                  <a:pt x="17372" y="20357"/>
                </a:cubicBezTo>
                <a:cubicBezTo>
                  <a:pt x="17358" y="20411"/>
                  <a:pt x="17323" y="20510"/>
                  <a:pt x="17273" y="20648"/>
                </a:cubicBezTo>
                <a:cubicBezTo>
                  <a:pt x="17219" y="20786"/>
                  <a:pt x="17160" y="20925"/>
                  <a:pt x="17097" y="21060"/>
                </a:cubicBezTo>
                <a:cubicBezTo>
                  <a:pt x="17033" y="21196"/>
                  <a:pt x="16972" y="21320"/>
                  <a:pt x="16911" y="21430"/>
                </a:cubicBezTo>
                <a:cubicBezTo>
                  <a:pt x="16852" y="21546"/>
                  <a:pt x="16798" y="21600"/>
                  <a:pt x="16753" y="21600"/>
                </a:cubicBezTo>
                <a:cubicBezTo>
                  <a:pt x="16709" y="21600"/>
                  <a:pt x="16577" y="21568"/>
                  <a:pt x="16360" y="21498"/>
                </a:cubicBezTo>
                <a:cubicBezTo>
                  <a:pt x="16141" y="21430"/>
                  <a:pt x="15906" y="21348"/>
                  <a:pt x="15654" y="21247"/>
                </a:cubicBezTo>
                <a:cubicBezTo>
                  <a:pt x="15405" y="21148"/>
                  <a:pt x="15179" y="21043"/>
                  <a:pt x="14979" y="20930"/>
                </a:cubicBezTo>
                <a:cubicBezTo>
                  <a:pt x="14778" y="20817"/>
                  <a:pt x="14680" y="20719"/>
                  <a:pt x="14680" y="20628"/>
                </a:cubicBezTo>
                <a:cubicBezTo>
                  <a:pt x="14680" y="20419"/>
                  <a:pt x="14698" y="20205"/>
                  <a:pt x="14736" y="19984"/>
                </a:cubicBezTo>
                <a:cubicBezTo>
                  <a:pt x="14774" y="19764"/>
                  <a:pt x="14809" y="19555"/>
                  <a:pt x="14837" y="19355"/>
                </a:cubicBezTo>
                <a:cubicBezTo>
                  <a:pt x="14717" y="19247"/>
                  <a:pt x="14611" y="19129"/>
                  <a:pt x="14517" y="18999"/>
                </a:cubicBezTo>
                <a:cubicBezTo>
                  <a:pt x="14423" y="18869"/>
                  <a:pt x="14338" y="18731"/>
                  <a:pt x="14263" y="18587"/>
                </a:cubicBezTo>
                <a:cubicBezTo>
                  <a:pt x="14091" y="18607"/>
                  <a:pt x="13919" y="18618"/>
                  <a:pt x="13750" y="18629"/>
                </a:cubicBezTo>
                <a:cubicBezTo>
                  <a:pt x="13583" y="18638"/>
                  <a:pt x="13413" y="18640"/>
                  <a:pt x="13251" y="18640"/>
                </a:cubicBezTo>
                <a:lnTo>
                  <a:pt x="13086" y="18640"/>
                </a:lnTo>
                <a:cubicBezTo>
                  <a:pt x="13037" y="18640"/>
                  <a:pt x="13006" y="18590"/>
                  <a:pt x="12990" y="18491"/>
                </a:cubicBezTo>
                <a:cubicBezTo>
                  <a:pt x="12976" y="18417"/>
                  <a:pt x="12945" y="18259"/>
                  <a:pt x="12900" y="18011"/>
                </a:cubicBezTo>
                <a:cubicBezTo>
                  <a:pt x="12855" y="17762"/>
                  <a:pt x="12804" y="17503"/>
                  <a:pt x="12747" y="17229"/>
                </a:cubicBezTo>
                <a:cubicBezTo>
                  <a:pt x="12691" y="16952"/>
                  <a:pt x="12644" y="16704"/>
                  <a:pt x="12608" y="16478"/>
                </a:cubicBezTo>
                <a:cubicBezTo>
                  <a:pt x="12568" y="16252"/>
                  <a:pt x="12552" y="16122"/>
                  <a:pt x="12552" y="16085"/>
                </a:cubicBezTo>
                <a:cubicBezTo>
                  <a:pt x="12552" y="16032"/>
                  <a:pt x="12601" y="15973"/>
                  <a:pt x="12702" y="15910"/>
                </a:cubicBezTo>
                <a:cubicBezTo>
                  <a:pt x="12804" y="15848"/>
                  <a:pt x="12921" y="15783"/>
                  <a:pt x="13053" y="15713"/>
                </a:cubicBezTo>
                <a:cubicBezTo>
                  <a:pt x="13183" y="15645"/>
                  <a:pt x="13310" y="15591"/>
                  <a:pt x="13430" y="15546"/>
                </a:cubicBezTo>
                <a:cubicBezTo>
                  <a:pt x="13550" y="15501"/>
                  <a:pt x="13632" y="15470"/>
                  <a:pt x="13677" y="15453"/>
                </a:cubicBezTo>
                <a:cubicBezTo>
                  <a:pt x="13708" y="15241"/>
                  <a:pt x="13743" y="15069"/>
                  <a:pt x="13785" y="14922"/>
                </a:cubicBezTo>
                <a:cubicBezTo>
                  <a:pt x="13825" y="14778"/>
                  <a:pt x="13884" y="14614"/>
                  <a:pt x="13959" y="14422"/>
                </a:cubicBezTo>
                <a:cubicBezTo>
                  <a:pt x="13929" y="14388"/>
                  <a:pt x="13882" y="14309"/>
                  <a:pt x="13813" y="14194"/>
                </a:cubicBezTo>
                <a:cubicBezTo>
                  <a:pt x="13745" y="14075"/>
                  <a:pt x="13677" y="13951"/>
                  <a:pt x="13604" y="13824"/>
                </a:cubicBezTo>
                <a:cubicBezTo>
                  <a:pt x="13533" y="13694"/>
                  <a:pt x="13470" y="13567"/>
                  <a:pt x="13418" y="13445"/>
                </a:cubicBezTo>
                <a:cubicBezTo>
                  <a:pt x="13366" y="13324"/>
                  <a:pt x="13340" y="13242"/>
                  <a:pt x="13340" y="13208"/>
                </a:cubicBezTo>
                <a:cubicBezTo>
                  <a:pt x="13340" y="13172"/>
                  <a:pt x="13409" y="13064"/>
                  <a:pt x="13547" y="12886"/>
                </a:cubicBezTo>
                <a:cubicBezTo>
                  <a:pt x="13686" y="12714"/>
                  <a:pt x="13849" y="12531"/>
                  <a:pt x="14032" y="12336"/>
                </a:cubicBezTo>
                <a:cubicBezTo>
                  <a:pt x="14216" y="12144"/>
                  <a:pt x="14392" y="11960"/>
                  <a:pt x="14562" y="11796"/>
                </a:cubicBezTo>
                <a:cubicBezTo>
                  <a:pt x="14731" y="11627"/>
                  <a:pt x="14837" y="11517"/>
                  <a:pt x="14882" y="11466"/>
                </a:cubicBezTo>
                <a:lnTo>
                  <a:pt x="14974" y="11410"/>
                </a:lnTo>
                <a:cubicBezTo>
                  <a:pt x="15004" y="11410"/>
                  <a:pt x="15066" y="11449"/>
                  <a:pt x="15160" y="11525"/>
                </a:cubicBezTo>
                <a:cubicBezTo>
                  <a:pt x="15254" y="11599"/>
                  <a:pt x="15348" y="11689"/>
                  <a:pt x="15447" y="11788"/>
                </a:cubicBezTo>
                <a:cubicBezTo>
                  <a:pt x="15543" y="11887"/>
                  <a:pt x="15640" y="11983"/>
                  <a:pt x="15734" y="12076"/>
                </a:cubicBezTo>
                <a:cubicBezTo>
                  <a:pt x="15828" y="12175"/>
                  <a:pt x="15889" y="12237"/>
                  <a:pt x="15920" y="12276"/>
                </a:cubicBezTo>
                <a:cubicBezTo>
                  <a:pt x="16184" y="12166"/>
                  <a:pt x="16468" y="12082"/>
                  <a:pt x="16777" y="12017"/>
                </a:cubicBezTo>
                <a:cubicBezTo>
                  <a:pt x="16791" y="11963"/>
                  <a:pt x="16826" y="11867"/>
                  <a:pt x="16878" y="11726"/>
                </a:cubicBezTo>
                <a:cubicBezTo>
                  <a:pt x="16930" y="11587"/>
                  <a:pt x="16991" y="11449"/>
                  <a:pt x="17064" y="11316"/>
                </a:cubicBezTo>
                <a:cubicBezTo>
                  <a:pt x="17135" y="11178"/>
                  <a:pt x="17200" y="11057"/>
                  <a:pt x="17262" y="10941"/>
                </a:cubicBezTo>
                <a:cubicBezTo>
                  <a:pt x="17320" y="10831"/>
                  <a:pt x="17372" y="10774"/>
                  <a:pt x="17419" y="10774"/>
                </a:cubicBezTo>
                <a:cubicBezTo>
                  <a:pt x="17448" y="10774"/>
                  <a:pt x="17575" y="10805"/>
                  <a:pt x="17803" y="10870"/>
                </a:cubicBezTo>
                <a:cubicBezTo>
                  <a:pt x="18027" y="10929"/>
                  <a:pt x="18264" y="11014"/>
                  <a:pt x="18516" y="11119"/>
                </a:cubicBezTo>
                <a:cubicBezTo>
                  <a:pt x="18768" y="11223"/>
                  <a:pt x="18996" y="11328"/>
                  <a:pt x="19199" y="11438"/>
                </a:cubicBezTo>
                <a:cubicBezTo>
                  <a:pt x="19401" y="11545"/>
                  <a:pt x="19502" y="11647"/>
                  <a:pt x="19502" y="11745"/>
                </a:cubicBezTo>
                <a:cubicBezTo>
                  <a:pt x="19502" y="11954"/>
                  <a:pt x="19481" y="12166"/>
                  <a:pt x="19441" y="12384"/>
                </a:cubicBezTo>
                <a:cubicBezTo>
                  <a:pt x="19399" y="12598"/>
                  <a:pt x="19363" y="12810"/>
                  <a:pt x="19333" y="13016"/>
                </a:cubicBezTo>
                <a:cubicBezTo>
                  <a:pt x="19453" y="13123"/>
                  <a:pt x="19561" y="13245"/>
                  <a:pt x="19655" y="13375"/>
                </a:cubicBezTo>
                <a:cubicBezTo>
                  <a:pt x="19749" y="13505"/>
                  <a:pt x="19834" y="13643"/>
                  <a:pt x="19910" y="13787"/>
                </a:cubicBezTo>
                <a:cubicBezTo>
                  <a:pt x="20095" y="13770"/>
                  <a:pt x="20281" y="13756"/>
                  <a:pt x="20465" y="13747"/>
                </a:cubicBezTo>
                <a:cubicBezTo>
                  <a:pt x="20651" y="13736"/>
                  <a:pt x="20830" y="13733"/>
                  <a:pt x="21002" y="13733"/>
                </a:cubicBezTo>
                <a:cubicBezTo>
                  <a:pt x="21061" y="13733"/>
                  <a:pt x="21129" y="13852"/>
                  <a:pt x="21204" y="14092"/>
                </a:cubicBezTo>
                <a:cubicBezTo>
                  <a:pt x="21279" y="14332"/>
                  <a:pt x="21345" y="14603"/>
                  <a:pt x="21402" y="14911"/>
                </a:cubicBezTo>
                <a:cubicBezTo>
                  <a:pt x="21458" y="15216"/>
                  <a:pt x="21505" y="15507"/>
                  <a:pt x="21543" y="15783"/>
                </a:cubicBezTo>
                <a:cubicBezTo>
                  <a:pt x="21581" y="16057"/>
                  <a:pt x="21599" y="16235"/>
                  <a:pt x="21599" y="16314"/>
                </a:cubicBezTo>
                <a:cubicBezTo>
                  <a:pt x="21599" y="16371"/>
                  <a:pt x="21548" y="16427"/>
                  <a:pt x="21447" y="16492"/>
                </a:cubicBezTo>
                <a:cubicBezTo>
                  <a:pt x="21345" y="16554"/>
                  <a:pt x="21235" y="16613"/>
                  <a:pt x="21115" y="16664"/>
                </a:cubicBezTo>
                <a:cubicBezTo>
                  <a:pt x="20995" y="16721"/>
                  <a:pt x="20872" y="16777"/>
                  <a:pt x="20747" y="16836"/>
                </a:cubicBezTo>
                <a:cubicBezTo>
                  <a:pt x="20623" y="16893"/>
                  <a:pt x="20540" y="16932"/>
                  <a:pt x="20496" y="16952"/>
                </a:cubicBezTo>
                <a:moveTo>
                  <a:pt x="20514" y="6070"/>
                </a:moveTo>
                <a:cubicBezTo>
                  <a:pt x="20416" y="6395"/>
                  <a:pt x="20300" y="6677"/>
                  <a:pt x="20164" y="6920"/>
                </a:cubicBezTo>
                <a:cubicBezTo>
                  <a:pt x="20180" y="6959"/>
                  <a:pt x="20211" y="7030"/>
                  <a:pt x="20256" y="7143"/>
                </a:cubicBezTo>
                <a:cubicBezTo>
                  <a:pt x="20300" y="7256"/>
                  <a:pt x="20352" y="7377"/>
                  <a:pt x="20409" y="7510"/>
                </a:cubicBezTo>
                <a:cubicBezTo>
                  <a:pt x="20463" y="7640"/>
                  <a:pt x="20510" y="7758"/>
                  <a:pt x="20550" y="7869"/>
                </a:cubicBezTo>
                <a:cubicBezTo>
                  <a:pt x="20585" y="7973"/>
                  <a:pt x="20604" y="8041"/>
                  <a:pt x="20604" y="8058"/>
                </a:cubicBezTo>
                <a:cubicBezTo>
                  <a:pt x="20604" y="8111"/>
                  <a:pt x="20519" y="8216"/>
                  <a:pt x="20352" y="8374"/>
                </a:cubicBezTo>
                <a:cubicBezTo>
                  <a:pt x="20183" y="8532"/>
                  <a:pt x="19994" y="8696"/>
                  <a:pt x="19787" y="8862"/>
                </a:cubicBezTo>
                <a:cubicBezTo>
                  <a:pt x="19580" y="9026"/>
                  <a:pt x="19387" y="9176"/>
                  <a:pt x="19208" y="9309"/>
                </a:cubicBezTo>
                <a:cubicBezTo>
                  <a:pt x="19027" y="9439"/>
                  <a:pt x="18930" y="9501"/>
                  <a:pt x="18914" y="9501"/>
                </a:cubicBezTo>
                <a:cubicBezTo>
                  <a:pt x="18886" y="9501"/>
                  <a:pt x="18832" y="9461"/>
                  <a:pt x="18756" y="9374"/>
                </a:cubicBezTo>
                <a:cubicBezTo>
                  <a:pt x="18683" y="9289"/>
                  <a:pt x="18601" y="9193"/>
                  <a:pt x="18514" y="9083"/>
                </a:cubicBezTo>
                <a:cubicBezTo>
                  <a:pt x="18429" y="8978"/>
                  <a:pt x="18351" y="8871"/>
                  <a:pt x="18283" y="8766"/>
                </a:cubicBezTo>
                <a:cubicBezTo>
                  <a:pt x="18215" y="8662"/>
                  <a:pt x="18168" y="8591"/>
                  <a:pt x="18137" y="8558"/>
                </a:cubicBezTo>
                <a:cubicBezTo>
                  <a:pt x="18031" y="8592"/>
                  <a:pt x="17925" y="8620"/>
                  <a:pt x="17815" y="8639"/>
                </a:cubicBezTo>
                <a:cubicBezTo>
                  <a:pt x="17706" y="8656"/>
                  <a:pt x="17596" y="8656"/>
                  <a:pt x="17483" y="8639"/>
                </a:cubicBezTo>
                <a:lnTo>
                  <a:pt x="17325" y="8639"/>
                </a:lnTo>
                <a:cubicBezTo>
                  <a:pt x="17297" y="8673"/>
                  <a:pt x="17250" y="8750"/>
                  <a:pt x="17191" y="8862"/>
                </a:cubicBezTo>
                <a:cubicBezTo>
                  <a:pt x="17130" y="8973"/>
                  <a:pt x="17066" y="9091"/>
                  <a:pt x="16993" y="9213"/>
                </a:cubicBezTo>
                <a:cubicBezTo>
                  <a:pt x="16923" y="9334"/>
                  <a:pt x="16852" y="9441"/>
                  <a:pt x="16784" y="9529"/>
                </a:cubicBezTo>
                <a:cubicBezTo>
                  <a:pt x="16718" y="9619"/>
                  <a:pt x="16668" y="9667"/>
                  <a:pt x="16638" y="9667"/>
                </a:cubicBezTo>
                <a:cubicBezTo>
                  <a:pt x="16610" y="9667"/>
                  <a:pt x="16494" y="9616"/>
                  <a:pt x="16301" y="9518"/>
                </a:cubicBezTo>
                <a:cubicBezTo>
                  <a:pt x="16106" y="9419"/>
                  <a:pt x="15901" y="9303"/>
                  <a:pt x="15687" y="9170"/>
                </a:cubicBezTo>
                <a:cubicBezTo>
                  <a:pt x="15473" y="9040"/>
                  <a:pt x="15277" y="8911"/>
                  <a:pt x="15101" y="8778"/>
                </a:cubicBezTo>
                <a:cubicBezTo>
                  <a:pt x="14924" y="8648"/>
                  <a:pt x="14835" y="8558"/>
                  <a:pt x="14835" y="8504"/>
                </a:cubicBezTo>
                <a:cubicBezTo>
                  <a:pt x="14835" y="8487"/>
                  <a:pt x="14847" y="8419"/>
                  <a:pt x="14868" y="8306"/>
                </a:cubicBezTo>
                <a:cubicBezTo>
                  <a:pt x="14891" y="8194"/>
                  <a:pt x="14922" y="8072"/>
                  <a:pt x="14960" y="7948"/>
                </a:cubicBezTo>
                <a:cubicBezTo>
                  <a:pt x="14997" y="7824"/>
                  <a:pt x="15030" y="7699"/>
                  <a:pt x="15061" y="7578"/>
                </a:cubicBezTo>
                <a:cubicBezTo>
                  <a:pt x="15091" y="7457"/>
                  <a:pt x="15113" y="7378"/>
                  <a:pt x="15129" y="7341"/>
                </a:cubicBezTo>
                <a:cubicBezTo>
                  <a:pt x="14957" y="7132"/>
                  <a:pt x="14814" y="6866"/>
                  <a:pt x="14701" y="6542"/>
                </a:cubicBezTo>
                <a:cubicBezTo>
                  <a:pt x="14303" y="6525"/>
                  <a:pt x="14021" y="6502"/>
                  <a:pt x="13856" y="6474"/>
                </a:cubicBezTo>
                <a:cubicBezTo>
                  <a:pt x="13691" y="6446"/>
                  <a:pt x="13580" y="6364"/>
                  <a:pt x="13529" y="6226"/>
                </a:cubicBezTo>
                <a:cubicBezTo>
                  <a:pt x="13477" y="6084"/>
                  <a:pt x="13458" y="5850"/>
                  <a:pt x="13472" y="5514"/>
                </a:cubicBezTo>
                <a:cubicBezTo>
                  <a:pt x="13489" y="5184"/>
                  <a:pt x="13472" y="4692"/>
                  <a:pt x="13427" y="4043"/>
                </a:cubicBezTo>
                <a:cubicBezTo>
                  <a:pt x="13427" y="3986"/>
                  <a:pt x="13475" y="3935"/>
                  <a:pt x="13569" y="3879"/>
                </a:cubicBezTo>
                <a:cubicBezTo>
                  <a:pt x="13663" y="3826"/>
                  <a:pt x="13773" y="3783"/>
                  <a:pt x="13901" y="3744"/>
                </a:cubicBezTo>
                <a:cubicBezTo>
                  <a:pt x="14028" y="3707"/>
                  <a:pt x="14155" y="3684"/>
                  <a:pt x="14279" y="3665"/>
                </a:cubicBezTo>
                <a:cubicBezTo>
                  <a:pt x="14402" y="3645"/>
                  <a:pt x="14487" y="3628"/>
                  <a:pt x="14531" y="3608"/>
                </a:cubicBezTo>
                <a:cubicBezTo>
                  <a:pt x="14607" y="3314"/>
                  <a:pt x="14722" y="3024"/>
                  <a:pt x="14880" y="2747"/>
                </a:cubicBezTo>
                <a:cubicBezTo>
                  <a:pt x="14866" y="2707"/>
                  <a:pt x="14835" y="2631"/>
                  <a:pt x="14790" y="2510"/>
                </a:cubicBezTo>
                <a:cubicBezTo>
                  <a:pt x="14746" y="2388"/>
                  <a:pt x="14698" y="2264"/>
                  <a:pt x="14649" y="2137"/>
                </a:cubicBezTo>
                <a:cubicBezTo>
                  <a:pt x="14602" y="2010"/>
                  <a:pt x="14557" y="1897"/>
                  <a:pt x="14522" y="1792"/>
                </a:cubicBezTo>
                <a:cubicBezTo>
                  <a:pt x="14482" y="1688"/>
                  <a:pt x="14465" y="1617"/>
                  <a:pt x="14465" y="1584"/>
                </a:cubicBezTo>
                <a:cubicBezTo>
                  <a:pt x="14465" y="1527"/>
                  <a:pt x="14545" y="1428"/>
                  <a:pt x="14705" y="1279"/>
                </a:cubicBezTo>
                <a:cubicBezTo>
                  <a:pt x="14868" y="1129"/>
                  <a:pt x="15051" y="971"/>
                  <a:pt x="15259" y="804"/>
                </a:cubicBezTo>
                <a:cubicBezTo>
                  <a:pt x="15463" y="641"/>
                  <a:pt x="15659" y="491"/>
                  <a:pt x="15840" y="367"/>
                </a:cubicBezTo>
                <a:cubicBezTo>
                  <a:pt x="16019" y="240"/>
                  <a:pt x="16125" y="177"/>
                  <a:pt x="16153" y="177"/>
                </a:cubicBezTo>
                <a:cubicBezTo>
                  <a:pt x="16184" y="177"/>
                  <a:pt x="16233" y="217"/>
                  <a:pt x="16301" y="296"/>
                </a:cubicBezTo>
                <a:cubicBezTo>
                  <a:pt x="16367" y="381"/>
                  <a:pt x="16445" y="477"/>
                  <a:pt x="16532" y="590"/>
                </a:cubicBezTo>
                <a:cubicBezTo>
                  <a:pt x="16619" y="700"/>
                  <a:pt x="16694" y="807"/>
                  <a:pt x="16763" y="906"/>
                </a:cubicBezTo>
                <a:cubicBezTo>
                  <a:pt x="16829" y="1005"/>
                  <a:pt x="16878" y="1072"/>
                  <a:pt x="16909" y="1109"/>
                </a:cubicBezTo>
                <a:cubicBezTo>
                  <a:pt x="17014" y="1072"/>
                  <a:pt x="17123" y="1047"/>
                  <a:pt x="17229" y="1027"/>
                </a:cubicBezTo>
                <a:cubicBezTo>
                  <a:pt x="17339" y="1007"/>
                  <a:pt x="17450" y="1007"/>
                  <a:pt x="17563" y="1027"/>
                </a:cubicBezTo>
                <a:lnTo>
                  <a:pt x="17721" y="1027"/>
                </a:lnTo>
                <a:cubicBezTo>
                  <a:pt x="17735" y="993"/>
                  <a:pt x="17777" y="917"/>
                  <a:pt x="17845" y="804"/>
                </a:cubicBezTo>
                <a:cubicBezTo>
                  <a:pt x="17911" y="691"/>
                  <a:pt x="17982" y="578"/>
                  <a:pt x="18052" y="460"/>
                </a:cubicBezTo>
                <a:cubicBezTo>
                  <a:pt x="18123" y="341"/>
                  <a:pt x="18189" y="237"/>
                  <a:pt x="18250" y="144"/>
                </a:cubicBezTo>
                <a:cubicBezTo>
                  <a:pt x="18309" y="50"/>
                  <a:pt x="18354" y="0"/>
                  <a:pt x="18384" y="0"/>
                </a:cubicBezTo>
                <a:cubicBezTo>
                  <a:pt x="18415" y="0"/>
                  <a:pt x="18528" y="53"/>
                  <a:pt x="18723" y="158"/>
                </a:cubicBezTo>
                <a:cubicBezTo>
                  <a:pt x="18919" y="259"/>
                  <a:pt x="19128" y="378"/>
                  <a:pt x="19349" y="508"/>
                </a:cubicBezTo>
                <a:cubicBezTo>
                  <a:pt x="19571" y="641"/>
                  <a:pt x="19771" y="765"/>
                  <a:pt x="19945" y="892"/>
                </a:cubicBezTo>
                <a:cubicBezTo>
                  <a:pt x="20121" y="1019"/>
                  <a:pt x="20211" y="1109"/>
                  <a:pt x="20211" y="1163"/>
                </a:cubicBezTo>
                <a:cubicBezTo>
                  <a:pt x="20211" y="1200"/>
                  <a:pt x="20197" y="1267"/>
                  <a:pt x="20164" y="1372"/>
                </a:cubicBezTo>
                <a:cubicBezTo>
                  <a:pt x="20136" y="1476"/>
                  <a:pt x="20105" y="1592"/>
                  <a:pt x="20074" y="1725"/>
                </a:cubicBezTo>
                <a:cubicBezTo>
                  <a:pt x="20046" y="1855"/>
                  <a:pt x="20013" y="1979"/>
                  <a:pt x="19980" y="2095"/>
                </a:cubicBezTo>
                <a:cubicBezTo>
                  <a:pt x="19945" y="2213"/>
                  <a:pt x="19921" y="2289"/>
                  <a:pt x="19907" y="2326"/>
                </a:cubicBezTo>
                <a:cubicBezTo>
                  <a:pt x="20058" y="2552"/>
                  <a:pt x="20204" y="2823"/>
                  <a:pt x="20345" y="3136"/>
                </a:cubicBezTo>
                <a:cubicBezTo>
                  <a:pt x="20729" y="3173"/>
                  <a:pt x="21006" y="3204"/>
                  <a:pt x="21181" y="3232"/>
                </a:cubicBezTo>
                <a:cubicBezTo>
                  <a:pt x="21352" y="3258"/>
                  <a:pt x="21461" y="3342"/>
                  <a:pt x="21505" y="3478"/>
                </a:cubicBezTo>
                <a:cubicBezTo>
                  <a:pt x="21550" y="3622"/>
                  <a:pt x="21571" y="3853"/>
                  <a:pt x="21562" y="4184"/>
                </a:cubicBezTo>
                <a:cubicBezTo>
                  <a:pt x="21555" y="4514"/>
                  <a:pt x="21567" y="4994"/>
                  <a:pt x="21597" y="5624"/>
                </a:cubicBezTo>
                <a:cubicBezTo>
                  <a:pt x="21597" y="5677"/>
                  <a:pt x="21550" y="5734"/>
                  <a:pt x="21456" y="5793"/>
                </a:cubicBezTo>
                <a:cubicBezTo>
                  <a:pt x="21362" y="5850"/>
                  <a:pt x="21254" y="5901"/>
                  <a:pt x="21136" y="5934"/>
                </a:cubicBezTo>
                <a:cubicBezTo>
                  <a:pt x="21013" y="5971"/>
                  <a:pt x="20893" y="5999"/>
                  <a:pt x="20769" y="6016"/>
                </a:cubicBezTo>
                <a:cubicBezTo>
                  <a:pt x="20646" y="6033"/>
                  <a:pt x="20559" y="6053"/>
                  <a:pt x="20514" y="6070"/>
                </a:cubicBezTo>
                <a:moveTo>
                  <a:pt x="15739" y="16167"/>
                </a:moveTo>
                <a:cubicBezTo>
                  <a:pt x="15739" y="16610"/>
                  <a:pt x="15868" y="16991"/>
                  <a:pt x="16129" y="17316"/>
                </a:cubicBezTo>
                <a:cubicBezTo>
                  <a:pt x="16388" y="17641"/>
                  <a:pt x="16704" y="17802"/>
                  <a:pt x="17080" y="17802"/>
                </a:cubicBezTo>
                <a:cubicBezTo>
                  <a:pt x="17448" y="17802"/>
                  <a:pt x="17765" y="17646"/>
                  <a:pt x="18034" y="17339"/>
                </a:cubicBezTo>
                <a:cubicBezTo>
                  <a:pt x="18300" y="17022"/>
                  <a:pt x="18434" y="16638"/>
                  <a:pt x="18434" y="16167"/>
                </a:cubicBezTo>
                <a:cubicBezTo>
                  <a:pt x="18434" y="15724"/>
                  <a:pt x="18302" y="15351"/>
                  <a:pt x="18043" y="15037"/>
                </a:cubicBezTo>
                <a:cubicBezTo>
                  <a:pt x="17784" y="14727"/>
                  <a:pt x="17464" y="14572"/>
                  <a:pt x="17080" y="14572"/>
                </a:cubicBezTo>
                <a:cubicBezTo>
                  <a:pt x="16713" y="14572"/>
                  <a:pt x="16395" y="14727"/>
                  <a:pt x="16134" y="15037"/>
                </a:cubicBezTo>
                <a:cubicBezTo>
                  <a:pt x="15868" y="15351"/>
                  <a:pt x="15739" y="15724"/>
                  <a:pt x="15739" y="16167"/>
                </a:cubicBezTo>
                <a:moveTo>
                  <a:pt x="16292" y="4825"/>
                </a:moveTo>
                <a:cubicBezTo>
                  <a:pt x="16292" y="5248"/>
                  <a:pt x="16410" y="5601"/>
                  <a:pt x="16647" y="5886"/>
                </a:cubicBezTo>
                <a:cubicBezTo>
                  <a:pt x="16883" y="6172"/>
                  <a:pt x="17172" y="6313"/>
                  <a:pt x="17509" y="6313"/>
                </a:cubicBezTo>
                <a:cubicBezTo>
                  <a:pt x="17862" y="6313"/>
                  <a:pt x="18158" y="6172"/>
                  <a:pt x="18398" y="5886"/>
                </a:cubicBezTo>
                <a:cubicBezTo>
                  <a:pt x="18639" y="5601"/>
                  <a:pt x="18759" y="5257"/>
                  <a:pt x="18759" y="4853"/>
                </a:cubicBezTo>
                <a:cubicBezTo>
                  <a:pt x="18759" y="4429"/>
                  <a:pt x="18641" y="4074"/>
                  <a:pt x="18403" y="3786"/>
                </a:cubicBezTo>
                <a:cubicBezTo>
                  <a:pt x="18168" y="3495"/>
                  <a:pt x="17876" y="3354"/>
                  <a:pt x="17530" y="3354"/>
                </a:cubicBezTo>
                <a:cubicBezTo>
                  <a:pt x="17177" y="3354"/>
                  <a:pt x="16883" y="3495"/>
                  <a:pt x="16647" y="3786"/>
                </a:cubicBezTo>
                <a:cubicBezTo>
                  <a:pt x="16407" y="4074"/>
                  <a:pt x="16292" y="4421"/>
                  <a:pt x="16292" y="4825"/>
                </a:cubicBezTo>
              </a:path>
            </a:pathLst>
          </a:custGeom>
          <a:solidFill>
            <a:srgbClr val="FFFFFF"/>
          </a:solidFill>
          <a:ln>
            <a:noFill/>
          </a:ln>
          <a:effectLst/>
          <a:extLs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38100" tIns="38100" rIns="38100" bIns="38100" anchor="ctr"/>
          <a:lstStyle/>
          <a:p>
            <a:endParaRPr lang="en-US" dirty="0"/>
          </a:p>
        </p:txBody>
      </p:sp>
      <p:sp>
        <p:nvSpPr>
          <p:cNvPr id="40" name="Marcador de número de diapositiva 1">
            <a:extLst>
              <a:ext uri="{FF2B5EF4-FFF2-40B4-BE49-F238E27FC236}">
                <a16:creationId xmlns:a16="http://schemas.microsoft.com/office/drawing/2014/main" id="{D4EF5150-3602-21EB-F1A0-297395383B44}"/>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13</a:t>
            </a:fld>
            <a:endParaRPr lang="es-ES" sz="2400" dirty="0"/>
          </a:p>
        </p:txBody>
      </p:sp>
    </p:spTree>
    <p:extLst>
      <p:ext uri="{BB962C8B-B14F-4D97-AF65-F5344CB8AC3E}">
        <p14:creationId xmlns:p14="http://schemas.microsoft.com/office/powerpoint/2010/main" val="385347309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A594-B79F-3E8C-9DEE-AC9659503B3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E982E991-5959-54C7-C2F9-CDD10B93A67C}"/>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07DD379A-9C8F-FFE9-3D29-FA4951AB53CF}"/>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D6393E90-925D-8DFC-3D98-27EE53A64D97}"/>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Casos de uso de reserva de TFG</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5C7D397F-541F-2B87-8F9C-091ACB2A4A40}"/>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2CE62B7B-244F-EB9E-B665-C9590D07B880}"/>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descr="Una captura de pantalla de un celular&#10;&#10;El contenido generado por IA puede ser incorrecto.">
            <a:extLst>
              <a:ext uri="{FF2B5EF4-FFF2-40B4-BE49-F238E27FC236}">
                <a16:creationId xmlns:a16="http://schemas.microsoft.com/office/drawing/2014/main" id="{1D1B10D3-CDEB-F742-43D0-5ADB05AB62C5}"/>
              </a:ext>
            </a:extLst>
          </p:cNvPr>
          <p:cNvPicPr>
            <a:picLocks noChangeAspect="1"/>
          </p:cNvPicPr>
          <p:nvPr/>
        </p:nvPicPr>
        <p:blipFill>
          <a:blip r:embed="rId3"/>
          <a:stretch>
            <a:fillRect/>
          </a:stretch>
        </p:blipFill>
        <p:spPr>
          <a:xfrm>
            <a:off x="886744" y="1601416"/>
            <a:ext cx="14576342" cy="12956748"/>
          </a:xfrm>
          <a:prstGeom prst="rect">
            <a:avLst/>
          </a:prstGeom>
        </p:spPr>
      </p:pic>
      <p:pic>
        <p:nvPicPr>
          <p:cNvPr id="10" name="Imagen 9" descr="Diagrama&#10;&#10;El contenido generado por IA puede ser incorrecto.">
            <a:extLst>
              <a:ext uri="{FF2B5EF4-FFF2-40B4-BE49-F238E27FC236}">
                <a16:creationId xmlns:a16="http://schemas.microsoft.com/office/drawing/2014/main" id="{F37206DF-4D00-609C-4468-B22D9681DF17}"/>
              </a:ext>
            </a:extLst>
          </p:cNvPr>
          <p:cNvPicPr>
            <a:picLocks noChangeAspect="1"/>
          </p:cNvPicPr>
          <p:nvPr/>
        </p:nvPicPr>
        <p:blipFill>
          <a:blip r:embed="rId4"/>
          <a:stretch>
            <a:fillRect/>
          </a:stretch>
        </p:blipFill>
        <p:spPr>
          <a:xfrm>
            <a:off x="13701677" y="-63298"/>
            <a:ext cx="10487260" cy="13983013"/>
          </a:xfrm>
          <a:prstGeom prst="rect">
            <a:avLst/>
          </a:prstGeom>
        </p:spPr>
      </p:pic>
      <p:sp>
        <p:nvSpPr>
          <p:cNvPr id="3" name="Marcador de número de diapositiva 1">
            <a:extLst>
              <a:ext uri="{FF2B5EF4-FFF2-40B4-BE49-F238E27FC236}">
                <a16:creationId xmlns:a16="http://schemas.microsoft.com/office/drawing/2014/main" id="{9A7B50D9-FCDD-9C2B-04AC-01F6E7141451}"/>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14</a:t>
            </a:fld>
            <a:endParaRPr lang="es-ES" sz="2400" dirty="0"/>
          </a:p>
        </p:txBody>
      </p:sp>
    </p:spTree>
    <p:extLst>
      <p:ext uri="{BB962C8B-B14F-4D97-AF65-F5344CB8AC3E}">
        <p14:creationId xmlns:p14="http://schemas.microsoft.com/office/powerpoint/2010/main" val="1802326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FAB2B-F3FC-E0E7-752C-33B1EE59040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09447FF-33A7-226D-EE20-63A3CC1D8C9A}"/>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5C67B8E5-A5EF-4732-7B2E-5B4031E2B05E}"/>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4D0B5864-1DE3-8C12-2663-2485E271AB18}"/>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3B48EE1E-525F-046E-EF77-AA115B8FD85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descr="Una captura de pantalla de un celular&#10;&#10;El contenido generado por IA puede ser incorrecto.">
            <a:extLst>
              <a:ext uri="{FF2B5EF4-FFF2-40B4-BE49-F238E27FC236}">
                <a16:creationId xmlns:a16="http://schemas.microsoft.com/office/drawing/2014/main" id="{D346500F-063F-3227-B3FF-359786F033A9}"/>
              </a:ext>
            </a:extLst>
          </p:cNvPr>
          <p:cNvPicPr>
            <a:picLocks noChangeAspect="1"/>
          </p:cNvPicPr>
          <p:nvPr/>
        </p:nvPicPr>
        <p:blipFill>
          <a:blip r:embed="rId3"/>
          <a:stretch>
            <a:fillRect/>
          </a:stretch>
        </p:blipFill>
        <p:spPr>
          <a:xfrm>
            <a:off x="1246784" y="-1998984"/>
            <a:ext cx="20234248" cy="17985998"/>
          </a:xfrm>
          <a:prstGeom prst="rect">
            <a:avLst/>
          </a:prstGeom>
        </p:spPr>
      </p:pic>
      <p:pic>
        <p:nvPicPr>
          <p:cNvPr id="3" name="Imagen 2" descr="Diagrama&#10;&#10;El contenido generado por IA puede ser incorrecto.">
            <a:extLst>
              <a:ext uri="{FF2B5EF4-FFF2-40B4-BE49-F238E27FC236}">
                <a16:creationId xmlns:a16="http://schemas.microsoft.com/office/drawing/2014/main" id="{6686C2FB-F9DC-0B3F-B513-1AF543BC7808}"/>
              </a:ext>
            </a:extLst>
          </p:cNvPr>
          <p:cNvPicPr>
            <a:picLocks noChangeAspect="1"/>
          </p:cNvPicPr>
          <p:nvPr/>
        </p:nvPicPr>
        <p:blipFill>
          <a:blip r:embed="rId4"/>
          <a:stretch>
            <a:fillRect/>
          </a:stretch>
        </p:blipFill>
        <p:spPr>
          <a:xfrm>
            <a:off x="19964015" y="8010128"/>
            <a:ext cx="4114552" cy="5486069"/>
          </a:xfrm>
          <a:prstGeom prst="rect">
            <a:avLst/>
          </a:prstGeom>
        </p:spPr>
      </p:pic>
    </p:spTree>
    <p:extLst>
      <p:ext uri="{BB962C8B-B14F-4D97-AF65-F5344CB8AC3E}">
        <p14:creationId xmlns:p14="http://schemas.microsoft.com/office/powerpoint/2010/main" val="3504017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AC6D-FB92-14F2-F215-5E57219192D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F4B9E19-2CC6-9627-D061-37ED003EE6A4}"/>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7F4BA0A4-96E1-1436-FC1A-6FD4B147CDAA}"/>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66213D65-F849-E17E-32B4-67F8DE189FFC}"/>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07B110B1-53C9-759F-424B-C57FB4D2255D}"/>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descr="Una captura de pantalla de un celular&#10;&#10;El contenido generado por IA puede ser incorrecto.">
            <a:extLst>
              <a:ext uri="{FF2B5EF4-FFF2-40B4-BE49-F238E27FC236}">
                <a16:creationId xmlns:a16="http://schemas.microsoft.com/office/drawing/2014/main" id="{2AF472FF-0093-E0E7-F87F-C27D83E6FE56}"/>
              </a:ext>
            </a:extLst>
          </p:cNvPr>
          <p:cNvPicPr>
            <a:picLocks noChangeAspect="1"/>
          </p:cNvPicPr>
          <p:nvPr/>
        </p:nvPicPr>
        <p:blipFill>
          <a:blip r:embed="rId3"/>
          <a:stretch>
            <a:fillRect/>
          </a:stretch>
        </p:blipFill>
        <p:spPr>
          <a:xfrm>
            <a:off x="382688" y="11084794"/>
            <a:ext cx="2979331" cy="2648294"/>
          </a:xfrm>
          <a:prstGeom prst="rect">
            <a:avLst/>
          </a:prstGeom>
        </p:spPr>
      </p:pic>
      <p:pic>
        <p:nvPicPr>
          <p:cNvPr id="3" name="Imagen 2" descr="Diagrama&#10;&#10;El contenido generado por IA puede ser incorrecto.">
            <a:extLst>
              <a:ext uri="{FF2B5EF4-FFF2-40B4-BE49-F238E27FC236}">
                <a16:creationId xmlns:a16="http://schemas.microsoft.com/office/drawing/2014/main" id="{F94B5B12-885C-645A-95C7-B17A7FA582B3}"/>
              </a:ext>
            </a:extLst>
          </p:cNvPr>
          <p:cNvPicPr>
            <a:picLocks noChangeAspect="1"/>
          </p:cNvPicPr>
          <p:nvPr/>
        </p:nvPicPr>
        <p:blipFill>
          <a:blip r:embed="rId4"/>
          <a:stretch>
            <a:fillRect/>
          </a:stretch>
        </p:blipFill>
        <p:spPr>
          <a:xfrm>
            <a:off x="5207224" y="-774848"/>
            <a:ext cx="11809312" cy="15745749"/>
          </a:xfrm>
          <a:prstGeom prst="rect">
            <a:avLst/>
          </a:prstGeom>
        </p:spPr>
      </p:pic>
    </p:spTree>
    <p:extLst>
      <p:ext uri="{BB962C8B-B14F-4D97-AF65-F5344CB8AC3E}">
        <p14:creationId xmlns:p14="http://schemas.microsoft.com/office/powerpoint/2010/main" val="2664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08659-AFD5-4525-A7F9-001CE75E5CFB}"/>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1F93723D-37E7-04F3-E067-4C5E72D8E43B}"/>
              </a:ext>
            </a:extLst>
          </p:cNvPr>
          <p:cNvSpPr>
            <a:spLocks noGrp="1"/>
          </p:cNvSpPr>
          <p:nvPr>
            <p:ph type="body" sz="quarter" idx="13"/>
          </p:nvPr>
        </p:nvSpPr>
        <p:spPr/>
        <p:txBody>
          <a:bodyPr/>
          <a:lstStyle/>
          <a:p>
            <a:r>
              <a:rPr lang="es-ES" dirty="0"/>
              <a:t>Diseño</a:t>
            </a:r>
          </a:p>
        </p:txBody>
      </p:sp>
      <p:sp>
        <p:nvSpPr>
          <p:cNvPr id="9" name="AutoShape 4">
            <a:extLst>
              <a:ext uri="{FF2B5EF4-FFF2-40B4-BE49-F238E27FC236}">
                <a16:creationId xmlns:a16="http://schemas.microsoft.com/office/drawing/2014/main" id="{64D9F22C-1748-FF54-FEA4-1DE0FB378950}"/>
              </a:ext>
            </a:extLst>
          </p:cNvPr>
          <p:cNvSpPr>
            <a:spLocks/>
          </p:cNvSpPr>
          <p:nvPr/>
        </p:nvSpPr>
        <p:spPr bwMode="auto">
          <a:xfrm>
            <a:off x="1155528" y="592189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6000" dirty="0">
                <a:latin typeface="Roboto SemiBold" panose="02000000000000000000" pitchFamily="2" charset="0"/>
                <a:ea typeface="Roboto SemiBold" panose="02000000000000000000" pitchFamily="2" charset="0"/>
              </a:rPr>
              <a:t>Base de datos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Usabilidad</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Accesibilidad</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Responsivo</a:t>
            </a:r>
          </a:p>
        </p:txBody>
      </p:sp>
      <p:sp>
        <p:nvSpPr>
          <p:cNvPr id="10" name="AutoShape 4">
            <a:extLst>
              <a:ext uri="{FF2B5EF4-FFF2-40B4-BE49-F238E27FC236}">
                <a16:creationId xmlns:a16="http://schemas.microsoft.com/office/drawing/2014/main" id="{47FD1BE5-37A0-B1E4-2168-46C966932997}"/>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3F77545A-EC48-5DA0-B6E1-854D7123B010}"/>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A35C7EB6-333C-65C0-A39D-35784862ED19}"/>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Tree>
    <p:extLst>
      <p:ext uri="{BB962C8B-B14F-4D97-AF65-F5344CB8AC3E}">
        <p14:creationId xmlns:p14="http://schemas.microsoft.com/office/powerpoint/2010/main" val="71101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32D3-BF3B-3789-F8EF-55C093D8830A}"/>
            </a:ext>
          </a:extLst>
        </p:cNvPr>
        <p:cNvGrpSpPr/>
        <p:nvPr/>
      </p:nvGrpSpPr>
      <p:grpSpPr>
        <a:xfrm>
          <a:off x="0" y="0"/>
          <a:ext cx="0" cy="0"/>
          <a:chOff x="0" y="0"/>
          <a:chExt cx="0" cy="0"/>
        </a:xfrm>
      </p:grpSpPr>
      <p:sp>
        <p:nvSpPr>
          <p:cNvPr id="17" name="Rectángulo 16">
            <a:extLst>
              <a:ext uri="{FF2B5EF4-FFF2-40B4-BE49-F238E27FC236}">
                <a16:creationId xmlns:a16="http://schemas.microsoft.com/office/drawing/2014/main" id="{B3BBFF65-51CA-34BB-8442-4892C6A39713}"/>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1E73C85E-AB88-08CF-B34D-757CA7E38615}"/>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A5E33538-F8FB-E722-3676-D7BF52D7165A}"/>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Diseño de base de datos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29F997A0-4784-E38E-9D7E-578E47B524B7}"/>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F1F832B5-302A-6995-38A6-49D3AFC856AB}"/>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A198249C-DDBF-2B70-14AA-572F44BC4D5A}"/>
              </a:ext>
            </a:extLst>
          </p:cNvPr>
          <p:cNvPicPr>
            <a:picLocks noChangeAspect="1"/>
          </p:cNvPicPr>
          <p:nvPr/>
        </p:nvPicPr>
        <p:blipFill>
          <a:blip r:embed="rId3"/>
          <a:stretch>
            <a:fillRect/>
          </a:stretch>
        </p:blipFill>
        <p:spPr>
          <a:xfrm>
            <a:off x="14424248" y="609600"/>
            <a:ext cx="7078299" cy="12114782"/>
          </a:xfrm>
          <a:prstGeom prst="rect">
            <a:avLst/>
          </a:prstGeom>
          <a:effectLst>
            <a:softEdge rad="190500"/>
          </a:effectLst>
        </p:spPr>
      </p:pic>
      <p:sp>
        <p:nvSpPr>
          <p:cNvPr id="8" name="CuadroTexto 7">
            <a:extLst>
              <a:ext uri="{FF2B5EF4-FFF2-40B4-BE49-F238E27FC236}">
                <a16:creationId xmlns:a16="http://schemas.microsoft.com/office/drawing/2014/main" id="{63B447E8-4381-F2DA-284D-AB33C6D53A78}"/>
              </a:ext>
            </a:extLst>
          </p:cNvPr>
          <p:cNvSpPr txBox="1"/>
          <p:nvPr/>
        </p:nvSpPr>
        <p:spPr>
          <a:xfrm>
            <a:off x="2661459" y="2465512"/>
            <a:ext cx="11762785" cy="9097362"/>
          </a:xfrm>
          <a:prstGeom prst="rect">
            <a:avLst/>
          </a:prstGeom>
          <a:noFill/>
        </p:spPr>
        <p:txBody>
          <a:bodyPr wrap="square" rtlCol="0">
            <a:spAutoFit/>
          </a:bodyPr>
          <a:lstStyle/>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Entidades principales</a:t>
            </a: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Usuarios (Alumnos y profesores)</a:t>
            </a: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Líneas de TFG</a:t>
            </a: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Departamentos y Carreras</a:t>
            </a:r>
          </a:p>
          <a:p>
            <a:pPr marL="914400" lvl="1" indent="-571500" algn="l" defTabSz="647700">
              <a:spcBef>
                <a:spcPts val="1700"/>
              </a:spcBef>
              <a:buBlip>
                <a:blip r:embed="rId4">
                  <a:extLst>
                    <a:ext uri="{96DAC541-7B7A-43D3-8B79-37D633B846F1}">
                      <asvg:svgBlip xmlns:asvg="http://schemas.microsoft.com/office/drawing/2016/SVG/main" r:embed="rId5"/>
                    </a:ext>
                  </a:extLst>
                </a:blip>
              </a:buBlip>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Entidades de relación</a:t>
            </a:r>
          </a:p>
          <a:p>
            <a:endParaRPr lang="es-ES" sz="5400" dirty="0"/>
          </a:p>
        </p:txBody>
      </p:sp>
      <p:grpSp>
        <p:nvGrpSpPr>
          <p:cNvPr id="9" name="Group 245">
            <a:extLst>
              <a:ext uri="{FF2B5EF4-FFF2-40B4-BE49-F238E27FC236}">
                <a16:creationId xmlns:a16="http://schemas.microsoft.com/office/drawing/2014/main" id="{D685E62F-1292-8046-B3D0-CE6B7ADAC88B}"/>
              </a:ext>
            </a:extLst>
          </p:cNvPr>
          <p:cNvGrpSpPr/>
          <p:nvPr/>
        </p:nvGrpSpPr>
        <p:grpSpPr>
          <a:xfrm>
            <a:off x="1433924" y="2294767"/>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10" name="Freeform 32">
              <a:extLst>
                <a:ext uri="{FF2B5EF4-FFF2-40B4-BE49-F238E27FC236}">
                  <a16:creationId xmlns:a16="http://schemas.microsoft.com/office/drawing/2014/main" id="{A2995111-F043-93E7-AD95-168D34D3D718}"/>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33">
              <a:extLst>
                <a:ext uri="{FF2B5EF4-FFF2-40B4-BE49-F238E27FC236}">
                  <a16:creationId xmlns:a16="http://schemas.microsoft.com/office/drawing/2014/main" id="{87725837-B1B9-DCD2-9CBB-793E872CC8AC}"/>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4">
              <a:extLst>
                <a:ext uri="{FF2B5EF4-FFF2-40B4-BE49-F238E27FC236}">
                  <a16:creationId xmlns:a16="http://schemas.microsoft.com/office/drawing/2014/main" id="{5ACA3575-19C5-174B-C013-4140A31C4D8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 name="Group 213">
            <a:extLst>
              <a:ext uri="{FF2B5EF4-FFF2-40B4-BE49-F238E27FC236}">
                <a16:creationId xmlns:a16="http://schemas.microsoft.com/office/drawing/2014/main" id="{6B4D1243-21DE-4D5F-EC51-98C61C866BFC}"/>
              </a:ext>
            </a:extLst>
          </p:cNvPr>
          <p:cNvGrpSpPr/>
          <p:nvPr/>
        </p:nvGrpSpPr>
        <p:grpSpPr>
          <a:xfrm flipH="1">
            <a:off x="1353095" y="9582313"/>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4" name="Freeform 32">
              <a:extLst>
                <a:ext uri="{FF2B5EF4-FFF2-40B4-BE49-F238E27FC236}">
                  <a16:creationId xmlns:a16="http://schemas.microsoft.com/office/drawing/2014/main" id="{6243C6FC-0BCB-51BB-CE4D-D888A90EC8E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33">
              <a:extLst>
                <a:ext uri="{FF2B5EF4-FFF2-40B4-BE49-F238E27FC236}">
                  <a16:creationId xmlns:a16="http://schemas.microsoft.com/office/drawing/2014/main" id="{4F313CCB-E97E-A89B-CE7A-5B844AD3A498}"/>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4">
              <a:extLst>
                <a:ext uri="{FF2B5EF4-FFF2-40B4-BE49-F238E27FC236}">
                  <a16:creationId xmlns:a16="http://schemas.microsoft.com/office/drawing/2014/main" id="{46DE7E01-D39D-536B-7518-C16009EA81CA}"/>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Marcador de número de diapositiva 1">
            <a:extLst>
              <a:ext uri="{FF2B5EF4-FFF2-40B4-BE49-F238E27FC236}">
                <a16:creationId xmlns:a16="http://schemas.microsoft.com/office/drawing/2014/main" id="{55D1B1A4-B2E7-A6DB-73C5-D12B12CCB58E}"/>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18</a:t>
            </a:fld>
            <a:endParaRPr lang="es-ES" sz="2400" dirty="0"/>
          </a:p>
        </p:txBody>
      </p:sp>
    </p:spTree>
    <p:extLst>
      <p:ext uri="{BB962C8B-B14F-4D97-AF65-F5344CB8AC3E}">
        <p14:creationId xmlns:p14="http://schemas.microsoft.com/office/powerpoint/2010/main" val="82625681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BF32-AF9F-494E-4A58-68479C27F87D}"/>
            </a:ext>
          </a:extLst>
        </p:cNvPr>
        <p:cNvGrpSpPr/>
        <p:nvPr/>
      </p:nvGrpSpPr>
      <p:grpSpPr>
        <a:xfrm>
          <a:off x="0" y="0"/>
          <a:ext cx="0" cy="0"/>
          <a:chOff x="0" y="0"/>
          <a:chExt cx="0" cy="0"/>
        </a:xfrm>
      </p:grpSpPr>
      <p:sp>
        <p:nvSpPr>
          <p:cNvPr id="17" name="Rectángulo 16">
            <a:extLst>
              <a:ext uri="{FF2B5EF4-FFF2-40B4-BE49-F238E27FC236}">
                <a16:creationId xmlns:a16="http://schemas.microsoft.com/office/drawing/2014/main" id="{15137EF9-FDE8-D795-6756-A773CB59A8A5}"/>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58805721-FF7A-6405-8910-56D6BA6BABC7}"/>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CA2EC54B-875A-9638-6C6E-D1E4DEA16B8C}"/>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FFAD5E8E-246D-9813-4AA8-4F78CA270456}"/>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FFBA2BC2-C50A-6CB3-2F09-088E3B04D842}"/>
              </a:ext>
            </a:extLst>
          </p:cNvPr>
          <p:cNvPicPr>
            <a:picLocks noChangeAspect="1"/>
          </p:cNvPicPr>
          <p:nvPr/>
        </p:nvPicPr>
        <p:blipFill>
          <a:blip r:embed="rId3"/>
          <a:stretch>
            <a:fillRect/>
          </a:stretch>
        </p:blipFill>
        <p:spPr>
          <a:xfrm>
            <a:off x="7079432" y="171244"/>
            <a:ext cx="7773500" cy="13304645"/>
          </a:xfrm>
          <a:prstGeom prst="rect">
            <a:avLst/>
          </a:prstGeom>
          <a:effectLst>
            <a:softEdge rad="190500"/>
          </a:effectLst>
        </p:spPr>
      </p:pic>
      <p:sp>
        <p:nvSpPr>
          <p:cNvPr id="2" name="Marcador de número de diapositiva 1">
            <a:extLst>
              <a:ext uri="{FF2B5EF4-FFF2-40B4-BE49-F238E27FC236}">
                <a16:creationId xmlns:a16="http://schemas.microsoft.com/office/drawing/2014/main" id="{5451C43F-BCBE-E873-C8D1-CC4D7546E05D}"/>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19</a:t>
            </a:fld>
            <a:endParaRPr lang="es-ES" sz="2400" dirty="0"/>
          </a:p>
        </p:txBody>
      </p:sp>
    </p:spTree>
    <p:extLst>
      <p:ext uri="{BB962C8B-B14F-4D97-AF65-F5344CB8AC3E}">
        <p14:creationId xmlns:p14="http://schemas.microsoft.com/office/powerpoint/2010/main" val="3727823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C4B6-FAE0-1917-59D9-DB6C0135DFFD}"/>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2F30DA07-F11B-0C08-7941-94E088E9417A}"/>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8" name="AutoShape 4">
            <a:extLst>
              <a:ext uri="{FF2B5EF4-FFF2-40B4-BE49-F238E27FC236}">
                <a16:creationId xmlns:a16="http://schemas.microsoft.com/office/drawing/2014/main" id="{40E88F06-552F-FEB1-246E-25203111E445}"/>
              </a:ext>
            </a:extLst>
          </p:cNvPr>
          <p:cNvSpPr>
            <a:spLocks/>
          </p:cNvSpPr>
          <p:nvPr/>
        </p:nvSpPr>
        <p:spPr bwMode="auto">
          <a:xfrm>
            <a:off x="1462808" y="738102"/>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Bocetos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94CEF26D-86F5-13C7-BE26-AAD544196B8A}"/>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D17B0E8F-AFB8-EDC6-6287-E7C5ACED7628}"/>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a:extLst>
              <a:ext uri="{FF2B5EF4-FFF2-40B4-BE49-F238E27FC236}">
                <a16:creationId xmlns:a16="http://schemas.microsoft.com/office/drawing/2014/main" id="{5CEE2FDD-F879-5E36-62CF-45A3C7B210A5}"/>
              </a:ext>
            </a:extLst>
          </p:cNvPr>
          <p:cNvPicPr>
            <a:picLocks noChangeAspect="1"/>
          </p:cNvPicPr>
          <p:nvPr/>
        </p:nvPicPr>
        <p:blipFill>
          <a:blip r:embed="rId3"/>
          <a:stretch>
            <a:fillRect/>
          </a:stretch>
        </p:blipFill>
        <p:spPr>
          <a:xfrm>
            <a:off x="2333785" y="1987071"/>
            <a:ext cx="3212900" cy="5495368"/>
          </a:xfrm>
          <a:prstGeom prst="rect">
            <a:avLst/>
          </a:prstGeom>
          <a:effectLst>
            <a:softEdge rad="127000"/>
          </a:effectLst>
        </p:spPr>
      </p:pic>
      <p:pic>
        <p:nvPicPr>
          <p:cNvPr id="9" name="Imagen 8">
            <a:extLst>
              <a:ext uri="{FF2B5EF4-FFF2-40B4-BE49-F238E27FC236}">
                <a16:creationId xmlns:a16="http://schemas.microsoft.com/office/drawing/2014/main" id="{AB24643B-CEC1-6BAC-D825-958C073EA945}"/>
              </a:ext>
            </a:extLst>
          </p:cNvPr>
          <p:cNvPicPr>
            <a:picLocks noChangeAspect="1"/>
          </p:cNvPicPr>
          <p:nvPr/>
        </p:nvPicPr>
        <p:blipFill>
          <a:blip r:embed="rId4"/>
          <a:stretch>
            <a:fillRect/>
          </a:stretch>
        </p:blipFill>
        <p:spPr>
          <a:xfrm>
            <a:off x="2212043" y="7728503"/>
            <a:ext cx="3456384" cy="5450888"/>
          </a:xfrm>
          <a:prstGeom prst="rect">
            <a:avLst/>
          </a:prstGeom>
          <a:effectLst>
            <a:softEdge rad="127000"/>
          </a:effectLst>
        </p:spPr>
      </p:pic>
      <p:pic>
        <p:nvPicPr>
          <p:cNvPr id="13" name="Imagen 12">
            <a:extLst>
              <a:ext uri="{FF2B5EF4-FFF2-40B4-BE49-F238E27FC236}">
                <a16:creationId xmlns:a16="http://schemas.microsoft.com/office/drawing/2014/main" id="{32ACB093-F06E-65A5-65A6-AE8F12AACCA7}"/>
              </a:ext>
            </a:extLst>
          </p:cNvPr>
          <p:cNvPicPr>
            <a:picLocks noChangeAspect="1"/>
          </p:cNvPicPr>
          <p:nvPr/>
        </p:nvPicPr>
        <p:blipFill>
          <a:blip r:embed="rId5"/>
          <a:stretch>
            <a:fillRect/>
          </a:stretch>
        </p:blipFill>
        <p:spPr>
          <a:xfrm>
            <a:off x="8874124" y="1716002"/>
            <a:ext cx="9508411" cy="6562340"/>
          </a:xfrm>
          <a:prstGeom prst="rect">
            <a:avLst/>
          </a:prstGeom>
          <a:effectLst>
            <a:softEdge rad="127000"/>
          </a:effectLst>
        </p:spPr>
      </p:pic>
      <p:pic>
        <p:nvPicPr>
          <p:cNvPr id="15" name="Imagen 14">
            <a:extLst>
              <a:ext uri="{FF2B5EF4-FFF2-40B4-BE49-F238E27FC236}">
                <a16:creationId xmlns:a16="http://schemas.microsoft.com/office/drawing/2014/main" id="{2703070F-2191-B71C-B4F5-14F33A525A55}"/>
              </a:ext>
            </a:extLst>
          </p:cNvPr>
          <p:cNvPicPr>
            <a:picLocks noChangeAspect="1"/>
          </p:cNvPicPr>
          <p:nvPr/>
        </p:nvPicPr>
        <p:blipFill>
          <a:blip r:embed="rId6"/>
          <a:stretch>
            <a:fillRect/>
          </a:stretch>
        </p:blipFill>
        <p:spPr>
          <a:xfrm>
            <a:off x="6935416" y="8611404"/>
            <a:ext cx="13628688" cy="4069878"/>
          </a:xfrm>
          <a:prstGeom prst="rect">
            <a:avLst/>
          </a:prstGeom>
          <a:effectLst>
            <a:softEdge rad="127000"/>
          </a:effectLst>
        </p:spPr>
      </p:pic>
      <p:sp>
        <p:nvSpPr>
          <p:cNvPr id="2" name="Marcador de número de diapositiva 1">
            <a:extLst>
              <a:ext uri="{FF2B5EF4-FFF2-40B4-BE49-F238E27FC236}">
                <a16:creationId xmlns:a16="http://schemas.microsoft.com/office/drawing/2014/main" id="{F86EBBDD-A48D-9D9E-2C43-BB7D38F0376B}"/>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20</a:t>
            </a:fld>
            <a:endParaRPr lang="es-ES" sz="2400" dirty="0"/>
          </a:p>
        </p:txBody>
      </p:sp>
    </p:spTree>
    <p:extLst>
      <p:ext uri="{BB962C8B-B14F-4D97-AF65-F5344CB8AC3E}">
        <p14:creationId xmlns:p14="http://schemas.microsoft.com/office/powerpoint/2010/main" val="1692610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42A7-2A94-84EE-0EB3-5B69AC7A1885}"/>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7FC45ADA-471A-8664-0906-9E20073C8D0F}"/>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5" name="AutoShape 2">
            <a:extLst>
              <a:ext uri="{FF2B5EF4-FFF2-40B4-BE49-F238E27FC236}">
                <a16:creationId xmlns:a16="http://schemas.microsoft.com/office/drawing/2014/main" id="{377660F0-CAFF-D48E-FBDC-D0D409878B58}"/>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A35FAD66-6D7D-E31A-1535-62D96ACF6D72}"/>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a:extLst>
              <a:ext uri="{FF2B5EF4-FFF2-40B4-BE49-F238E27FC236}">
                <a16:creationId xmlns:a16="http://schemas.microsoft.com/office/drawing/2014/main" id="{608B0B41-0CFF-6F07-B6B6-8FF66EEB8988}"/>
              </a:ext>
            </a:extLst>
          </p:cNvPr>
          <p:cNvPicPr>
            <a:picLocks noChangeAspect="1"/>
          </p:cNvPicPr>
          <p:nvPr/>
        </p:nvPicPr>
        <p:blipFill>
          <a:blip r:embed="rId3"/>
          <a:stretch>
            <a:fillRect/>
          </a:stretch>
        </p:blipFill>
        <p:spPr>
          <a:xfrm>
            <a:off x="3183123" y="1852707"/>
            <a:ext cx="5464602" cy="9346696"/>
          </a:xfrm>
          <a:prstGeom prst="rect">
            <a:avLst/>
          </a:prstGeom>
          <a:effectLst>
            <a:softEdge rad="127000"/>
          </a:effectLst>
        </p:spPr>
      </p:pic>
      <p:pic>
        <p:nvPicPr>
          <p:cNvPr id="9" name="Imagen 8">
            <a:extLst>
              <a:ext uri="{FF2B5EF4-FFF2-40B4-BE49-F238E27FC236}">
                <a16:creationId xmlns:a16="http://schemas.microsoft.com/office/drawing/2014/main" id="{722970A8-8140-10B9-A918-B442BF8304D7}"/>
              </a:ext>
            </a:extLst>
          </p:cNvPr>
          <p:cNvPicPr>
            <a:picLocks noChangeAspect="1"/>
          </p:cNvPicPr>
          <p:nvPr/>
        </p:nvPicPr>
        <p:blipFill>
          <a:blip r:embed="rId4"/>
          <a:stretch>
            <a:fillRect/>
          </a:stretch>
        </p:blipFill>
        <p:spPr>
          <a:xfrm>
            <a:off x="10535816" y="1529408"/>
            <a:ext cx="6336704" cy="9993295"/>
          </a:xfrm>
          <a:prstGeom prst="rect">
            <a:avLst/>
          </a:prstGeom>
          <a:effectLst>
            <a:softEdge rad="127000"/>
          </a:effectLst>
        </p:spPr>
      </p:pic>
      <p:pic>
        <p:nvPicPr>
          <p:cNvPr id="13" name="Imagen 12">
            <a:extLst>
              <a:ext uri="{FF2B5EF4-FFF2-40B4-BE49-F238E27FC236}">
                <a16:creationId xmlns:a16="http://schemas.microsoft.com/office/drawing/2014/main" id="{0DA520B0-956D-891E-F997-9C8D56513C65}"/>
              </a:ext>
            </a:extLst>
          </p:cNvPr>
          <p:cNvPicPr>
            <a:picLocks noChangeAspect="1"/>
          </p:cNvPicPr>
          <p:nvPr/>
        </p:nvPicPr>
        <p:blipFill>
          <a:blip r:embed="rId5"/>
          <a:stretch>
            <a:fillRect/>
          </a:stretch>
        </p:blipFill>
        <p:spPr>
          <a:xfrm>
            <a:off x="20426059" y="1169368"/>
            <a:ext cx="3248312" cy="2241860"/>
          </a:xfrm>
          <a:prstGeom prst="rect">
            <a:avLst/>
          </a:prstGeom>
          <a:effectLst>
            <a:softEdge rad="127000"/>
          </a:effectLst>
        </p:spPr>
      </p:pic>
      <p:pic>
        <p:nvPicPr>
          <p:cNvPr id="15" name="Imagen 14">
            <a:extLst>
              <a:ext uri="{FF2B5EF4-FFF2-40B4-BE49-F238E27FC236}">
                <a16:creationId xmlns:a16="http://schemas.microsoft.com/office/drawing/2014/main" id="{F5D53037-9F37-DBAC-6308-3767A544DE1C}"/>
              </a:ext>
            </a:extLst>
          </p:cNvPr>
          <p:cNvPicPr>
            <a:picLocks noChangeAspect="1"/>
          </p:cNvPicPr>
          <p:nvPr/>
        </p:nvPicPr>
        <p:blipFill>
          <a:blip r:embed="rId6"/>
          <a:stretch>
            <a:fillRect/>
          </a:stretch>
        </p:blipFill>
        <p:spPr>
          <a:xfrm>
            <a:off x="19320792" y="3833664"/>
            <a:ext cx="4608512" cy="1376221"/>
          </a:xfrm>
          <a:prstGeom prst="rect">
            <a:avLst/>
          </a:prstGeom>
          <a:effectLst>
            <a:softEdge rad="127000"/>
          </a:effectLst>
        </p:spPr>
      </p:pic>
    </p:spTree>
    <p:extLst>
      <p:ext uri="{BB962C8B-B14F-4D97-AF65-F5344CB8AC3E}">
        <p14:creationId xmlns:p14="http://schemas.microsoft.com/office/powerpoint/2010/main" val="2599597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184C1-012C-E7DC-72BB-DFEBD85BE1D0}"/>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D903E735-A32D-A74B-A968-2C3400FE2752}"/>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5" name="AutoShape 2">
            <a:extLst>
              <a:ext uri="{FF2B5EF4-FFF2-40B4-BE49-F238E27FC236}">
                <a16:creationId xmlns:a16="http://schemas.microsoft.com/office/drawing/2014/main" id="{1E4E24FB-1C91-A4AE-0DD3-EBA1DE3431C8}"/>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212CE174-F1C1-C613-2286-71E425338050}"/>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a:extLst>
              <a:ext uri="{FF2B5EF4-FFF2-40B4-BE49-F238E27FC236}">
                <a16:creationId xmlns:a16="http://schemas.microsoft.com/office/drawing/2014/main" id="{83E70E75-B5D7-7E2F-81EF-6663EFDD090F}"/>
              </a:ext>
            </a:extLst>
          </p:cNvPr>
          <p:cNvPicPr>
            <a:picLocks noChangeAspect="1"/>
          </p:cNvPicPr>
          <p:nvPr/>
        </p:nvPicPr>
        <p:blipFill>
          <a:blip r:embed="rId3"/>
          <a:stretch>
            <a:fillRect/>
          </a:stretch>
        </p:blipFill>
        <p:spPr>
          <a:xfrm>
            <a:off x="1246784" y="1226403"/>
            <a:ext cx="1178798" cy="2016224"/>
          </a:xfrm>
          <a:prstGeom prst="rect">
            <a:avLst/>
          </a:prstGeom>
          <a:effectLst>
            <a:softEdge rad="127000"/>
          </a:effectLst>
        </p:spPr>
      </p:pic>
      <p:pic>
        <p:nvPicPr>
          <p:cNvPr id="9" name="Imagen 8">
            <a:extLst>
              <a:ext uri="{FF2B5EF4-FFF2-40B4-BE49-F238E27FC236}">
                <a16:creationId xmlns:a16="http://schemas.microsoft.com/office/drawing/2014/main" id="{816DE960-E144-2BF8-20E1-F02398C62743}"/>
              </a:ext>
            </a:extLst>
          </p:cNvPr>
          <p:cNvPicPr>
            <a:picLocks noChangeAspect="1"/>
          </p:cNvPicPr>
          <p:nvPr/>
        </p:nvPicPr>
        <p:blipFill>
          <a:blip r:embed="rId4"/>
          <a:stretch>
            <a:fillRect/>
          </a:stretch>
        </p:blipFill>
        <p:spPr>
          <a:xfrm>
            <a:off x="1153315" y="3688568"/>
            <a:ext cx="1365736" cy="2153833"/>
          </a:xfrm>
          <a:prstGeom prst="rect">
            <a:avLst/>
          </a:prstGeom>
          <a:effectLst>
            <a:softEdge rad="127000"/>
          </a:effectLst>
        </p:spPr>
      </p:pic>
      <p:pic>
        <p:nvPicPr>
          <p:cNvPr id="13" name="Imagen 12">
            <a:extLst>
              <a:ext uri="{FF2B5EF4-FFF2-40B4-BE49-F238E27FC236}">
                <a16:creationId xmlns:a16="http://schemas.microsoft.com/office/drawing/2014/main" id="{C9F3DB3F-837B-6A69-D339-9B38E4B3F08E}"/>
              </a:ext>
            </a:extLst>
          </p:cNvPr>
          <p:cNvPicPr>
            <a:picLocks noChangeAspect="1"/>
          </p:cNvPicPr>
          <p:nvPr/>
        </p:nvPicPr>
        <p:blipFill>
          <a:blip r:embed="rId5"/>
          <a:stretch>
            <a:fillRect/>
          </a:stretch>
        </p:blipFill>
        <p:spPr>
          <a:xfrm>
            <a:off x="7375372" y="903657"/>
            <a:ext cx="9715302" cy="6705128"/>
          </a:xfrm>
          <a:prstGeom prst="rect">
            <a:avLst/>
          </a:prstGeom>
          <a:effectLst>
            <a:softEdge rad="127000"/>
          </a:effectLst>
        </p:spPr>
      </p:pic>
      <p:pic>
        <p:nvPicPr>
          <p:cNvPr id="15" name="Imagen 14">
            <a:extLst>
              <a:ext uri="{FF2B5EF4-FFF2-40B4-BE49-F238E27FC236}">
                <a16:creationId xmlns:a16="http://schemas.microsoft.com/office/drawing/2014/main" id="{8552A35E-A0BA-59E2-200A-DD3F1E565A29}"/>
              </a:ext>
            </a:extLst>
          </p:cNvPr>
          <p:cNvPicPr>
            <a:picLocks noChangeAspect="1"/>
          </p:cNvPicPr>
          <p:nvPr/>
        </p:nvPicPr>
        <p:blipFill>
          <a:blip r:embed="rId6"/>
          <a:stretch>
            <a:fillRect/>
          </a:stretch>
        </p:blipFill>
        <p:spPr>
          <a:xfrm>
            <a:off x="2966203" y="7839503"/>
            <a:ext cx="19063402" cy="5692824"/>
          </a:xfrm>
          <a:prstGeom prst="rect">
            <a:avLst/>
          </a:prstGeom>
          <a:effectLst>
            <a:softEdge rad="127000"/>
          </a:effectLst>
        </p:spPr>
      </p:pic>
    </p:spTree>
    <p:extLst>
      <p:ext uri="{BB962C8B-B14F-4D97-AF65-F5344CB8AC3E}">
        <p14:creationId xmlns:p14="http://schemas.microsoft.com/office/powerpoint/2010/main" val="1135507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41B9-A5B2-AA56-AD6C-9A7B6C4A29CD}"/>
            </a:ext>
          </a:extLst>
        </p:cNvPr>
        <p:cNvGrpSpPr/>
        <p:nvPr/>
      </p:nvGrpSpPr>
      <p:grpSpPr>
        <a:xfrm>
          <a:off x="0" y="0"/>
          <a:ext cx="0" cy="0"/>
          <a:chOff x="0" y="0"/>
          <a:chExt cx="0" cy="0"/>
        </a:xfrm>
      </p:grpSpPr>
      <p:sp>
        <p:nvSpPr>
          <p:cNvPr id="23" name="Rectángulo 22">
            <a:extLst>
              <a:ext uri="{FF2B5EF4-FFF2-40B4-BE49-F238E27FC236}">
                <a16:creationId xmlns:a16="http://schemas.microsoft.com/office/drawing/2014/main" id="{E95883CE-8AA3-D9B2-11A5-CC5848E2F1A5}"/>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9B5ADC0F-67FC-87F7-D1E3-A31D62902655}"/>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0EC6F632-888F-5D70-41BF-AAE4C481A431}"/>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Usabilidad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B980C614-022B-BB7E-C19F-178771BE0D2E}"/>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D1077770-9343-CBB5-141F-FFD0395CC844}"/>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2094A891-49A2-51C9-9564-822D9DCB5ADE}"/>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Diseño minimalista</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Navegación clara</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Acciones claras</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Estructura estable</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pic>
        <p:nvPicPr>
          <p:cNvPr id="4" name="Imagen 3">
            <a:extLst>
              <a:ext uri="{FF2B5EF4-FFF2-40B4-BE49-F238E27FC236}">
                <a16:creationId xmlns:a16="http://schemas.microsoft.com/office/drawing/2014/main" id="{A9EF11D6-9E34-E581-A234-6EF9DDFCBDED}"/>
              </a:ext>
            </a:extLst>
          </p:cNvPr>
          <p:cNvPicPr>
            <a:picLocks noChangeAspect="1"/>
          </p:cNvPicPr>
          <p:nvPr/>
        </p:nvPicPr>
        <p:blipFill>
          <a:blip r:embed="rId3"/>
          <a:stretch>
            <a:fillRect/>
          </a:stretch>
        </p:blipFill>
        <p:spPr>
          <a:xfrm>
            <a:off x="8303568" y="8239009"/>
            <a:ext cx="15201928" cy="4539797"/>
          </a:xfrm>
          <a:prstGeom prst="rect">
            <a:avLst/>
          </a:prstGeom>
        </p:spPr>
      </p:pic>
      <p:pic>
        <p:nvPicPr>
          <p:cNvPr id="10" name="Imagen 9">
            <a:extLst>
              <a:ext uri="{FF2B5EF4-FFF2-40B4-BE49-F238E27FC236}">
                <a16:creationId xmlns:a16="http://schemas.microsoft.com/office/drawing/2014/main" id="{203EFF3B-29D8-4C7D-EC7D-76C057EFF86A}"/>
              </a:ext>
            </a:extLst>
          </p:cNvPr>
          <p:cNvPicPr>
            <a:picLocks noChangeAspect="1"/>
          </p:cNvPicPr>
          <p:nvPr/>
        </p:nvPicPr>
        <p:blipFill>
          <a:blip r:embed="rId4"/>
          <a:stretch>
            <a:fillRect/>
          </a:stretch>
        </p:blipFill>
        <p:spPr>
          <a:xfrm>
            <a:off x="14352240" y="1578064"/>
            <a:ext cx="3704292" cy="6126331"/>
          </a:xfrm>
          <a:prstGeom prst="rect">
            <a:avLst/>
          </a:prstGeom>
        </p:spPr>
      </p:pic>
      <p:grpSp>
        <p:nvGrpSpPr>
          <p:cNvPr id="3" name="Group 245">
            <a:extLst>
              <a:ext uri="{FF2B5EF4-FFF2-40B4-BE49-F238E27FC236}">
                <a16:creationId xmlns:a16="http://schemas.microsoft.com/office/drawing/2014/main" id="{13E53781-E9D5-935E-FB3B-B0CF15C96CFA}"/>
              </a:ext>
            </a:extLst>
          </p:cNvPr>
          <p:cNvGrpSpPr/>
          <p:nvPr/>
        </p:nvGrpSpPr>
        <p:grpSpPr>
          <a:xfrm>
            <a:off x="1270511" y="2628793"/>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6" name="Freeform 32">
              <a:extLst>
                <a:ext uri="{FF2B5EF4-FFF2-40B4-BE49-F238E27FC236}">
                  <a16:creationId xmlns:a16="http://schemas.microsoft.com/office/drawing/2014/main" id="{F6C17C54-63E0-2D87-32E9-2B727D764D91}"/>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3">
              <a:extLst>
                <a:ext uri="{FF2B5EF4-FFF2-40B4-BE49-F238E27FC236}">
                  <a16:creationId xmlns:a16="http://schemas.microsoft.com/office/drawing/2014/main" id="{87C74AB4-A758-0549-950B-AF810B771809}"/>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44D5AB00-71A7-3B9A-7751-07805B3BBA5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95D26937-C4FB-4D59-9C8D-812A8A75CD16}"/>
              </a:ext>
            </a:extLst>
          </p:cNvPr>
          <p:cNvGrpSpPr/>
          <p:nvPr/>
        </p:nvGrpSpPr>
        <p:grpSpPr>
          <a:xfrm flipH="1">
            <a:off x="1262931" y="4598147"/>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2AB8354A-C222-4C2F-62EB-EF073CC71EE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077DBC49-14A9-28BD-B49C-EA8547F5038A}"/>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A9F64A2F-65AE-C622-F6BC-1D2994FA1E67}"/>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0E06D0E5-E1AF-82EB-B8D6-F28212FD3045}"/>
              </a:ext>
            </a:extLst>
          </p:cNvPr>
          <p:cNvGrpSpPr/>
          <p:nvPr/>
        </p:nvGrpSpPr>
        <p:grpSpPr>
          <a:xfrm>
            <a:off x="1270518" y="6708623"/>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58C0FCD7-7E22-393C-3645-86ACDBAE16C8}"/>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FE29C15F-F316-AC64-7A96-342366372619}"/>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CBC68568-904C-2CE9-562C-F317CF157F7E}"/>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221">
            <a:extLst>
              <a:ext uri="{FF2B5EF4-FFF2-40B4-BE49-F238E27FC236}">
                <a16:creationId xmlns:a16="http://schemas.microsoft.com/office/drawing/2014/main" id="{F0C69B90-3003-80E1-2455-B5B360476225}"/>
              </a:ext>
            </a:extLst>
          </p:cNvPr>
          <p:cNvGrpSpPr/>
          <p:nvPr/>
        </p:nvGrpSpPr>
        <p:grpSpPr>
          <a:xfrm>
            <a:off x="1270526" y="8690072"/>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0" name="Freeform 32">
              <a:extLst>
                <a:ext uri="{FF2B5EF4-FFF2-40B4-BE49-F238E27FC236}">
                  <a16:creationId xmlns:a16="http://schemas.microsoft.com/office/drawing/2014/main" id="{93B257EC-6F67-CE4D-7746-50A73BDA8994}"/>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7C3E44BB-8706-1B0B-9431-3F5A482887C9}"/>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4">
              <a:extLst>
                <a:ext uri="{FF2B5EF4-FFF2-40B4-BE49-F238E27FC236}">
                  <a16:creationId xmlns:a16="http://schemas.microsoft.com/office/drawing/2014/main" id="{76804F08-5739-83EF-003E-71471B68BE59}"/>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 name="Marcador de número de diapositiva 1">
            <a:extLst>
              <a:ext uri="{FF2B5EF4-FFF2-40B4-BE49-F238E27FC236}">
                <a16:creationId xmlns:a16="http://schemas.microsoft.com/office/drawing/2014/main" id="{C4F6BE62-0020-EBE4-4E82-D8F001972BE3}"/>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23</a:t>
            </a:fld>
            <a:endParaRPr lang="es-ES" sz="2400" dirty="0"/>
          </a:p>
        </p:txBody>
      </p:sp>
    </p:spTree>
    <p:extLst>
      <p:ext uri="{BB962C8B-B14F-4D97-AF65-F5344CB8AC3E}">
        <p14:creationId xmlns:p14="http://schemas.microsoft.com/office/powerpoint/2010/main" val="2684959093"/>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8A8BA-9B19-C5CA-2533-FB31859572A3}"/>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66BC7085-457A-8EF8-0DF9-7AD40956F144}"/>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A1306FB3-AD49-CEC6-1A7B-509BBB6796CE}"/>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6D8AA452-A70A-EAB2-71C4-77587F26058D}"/>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Accesibilidad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CFF782B4-4D50-CD7E-80AC-627427D687A2}"/>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103E0F67-64EC-2156-3F9F-5BF0F383AD37}"/>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7BCC0726-56D3-13C7-28B6-071128277E10}"/>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Contrastes y legibilidad</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Cambio de idioma</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Selector de modo claro/oscuro</a:t>
            </a:r>
          </a:p>
          <a:p>
            <a:pPr marL="571500"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571500"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Contenido clave accesible</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pic>
        <p:nvPicPr>
          <p:cNvPr id="4" name="Imagen 3">
            <a:extLst>
              <a:ext uri="{FF2B5EF4-FFF2-40B4-BE49-F238E27FC236}">
                <a16:creationId xmlns:a16="http://schemas.microsoft.com/office/drawing/2014/main" id="{7716C954-91AB-729D-F3E2-20B263606727}"/>
              </a:ext>
            </a:extLst>
          </p:cNvPr>
          <p:cNvPicPr>
            <a:picLocks noChangeAspect="1"/>
          </p:cNvPicPr>
          <p:nvPr/>
        </p:nvPicPr>
        <p:blipFill>
          <a:blip r:embed="rId3"/>
          <a:stretch>
            <a:fillRect/>
          </a:stretch>
        </p:blipFill>
        <p:spPr>
          <a:xfrm>
            <a:off x="16080432" y="1169368"/>
            <a:ext cx="4488074" cy="4021106"/>
          </a:xfrm>
          <a:prstGeom prst="rect">
            <a:avLst/>
          </a:prstGeom>
        </p:spPr>
      </p:pic>
      <p:pic>
        <p:nvPicPr>
          <p:cNvPr id="8" name="Imagen 7">
            <a:extLst>
              <a:ext uri="{FF2B5EF4-FFF2-40B4-BE49-F238E27FC236}">
                <a16:creationId xmlns:a16="http://schemas.microsoft.com/office/drawing/2014/main" id="{D8FA9472-8E97-7D0D-4EBF-2BF3B1C95034}"/>
              </a:ext>
            </a:extLst>
          </p:cNvPr>
          <p:cNvPicPr>
            <a:picLocks noChangeAspect="1"/>
          </p:cNvPicPr>
          <p:nvPr/>
        </p:nvPicPr>
        <p:blipFill>
          <a:blip r:embed="rId4"/>
          <a:stretch>
            <a:fillRect/>
          </a:stretch>
        </p:blipFill>
        <p:spPr>
          <a:xfrm>
            <a:off x="11471920" y="8670245"/>
            <a:ext cx="12313368" cy="3576310"/>
          </a:xfrm>
          <a:prstGeom prst="rect">
            <a:avLst/>
          </a:prstGeom>
        </p:spPr>
      </p:pic>
      <p:grpSp>
        <p:nvGrpSpPr>
          <p:cNvPr id="6" name="Group 245">
            <a:extLst>
              <a:ext uri="{FF2B5EF4-FFF2-40B4-BE49-F238E27FC236}">
                <a16:creationId xmlns:a16="http://schemas.microsoft.com/office/drawing/2014/main" id="{59665BF0-CF5A-E9EB-0EE3-9AED1BB8E0AA}"/>
              </a:ext>
            </a:extLst>
          </p:cNvPr>
          <p:cNvGrpSpPr/>
          <p:nvPr/>
        </p:nvGrpSpPr>
        <p:grpSpPr>
          <a:xfrm>
            <a:off x="857844" y="2602159"/>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9" name="Freeform 32">
              <a:extLst>
                <a:ext uri="{FF2B5EF4-FFF2-40B4-BE49-F238E27FC236}">
                  <a16:creationId xmlns:a16="http://schemas.microsoft.com/office/drawing/2014/main" id="{292D9500-3FE4-2AE7-3C82-04C1FE7EBBB9}"/>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3">
              <a:extLst>
                <a:ext uri="{FF2B5EF4-FFF2-40B4-BE49-F238E27FC236}">
                  <a16:creationId xmlns:a16="http://schemas.microsoft.com/office/drawing/2014/main" id="{7849373A-1864-7EAB-FE6B-6D338AFB6E50}"/>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34">
              <a:extLst>
                <a:ext uri="{FF2B5EF4-FFF2-40B4-BE49-F238E27FC236}">
                  <a16:creationId xmlns:a16="http://schemas.microsoft.com/office/drawing/2014/main" id="{8474A11D-F11B-6EC4-E79D-54056E313DDD}"/>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2" name="Group 213">
            <a:extLst>
              <a:ext uri="{FF2B5EF4-FFF2-40B4-BE49-F238E27FC236}">
                <a16:creationId xmlns:a16="http://schemas.microsoft.com/office/drawing/2014/main" id="{25A24321-6DDB-45A5-D165-70EB8BDDA69D}"/>
              </a:ext>
            </a:extLst>
          </p:cNvPr>
          <p:cNvGrpSpPr/>
          <p:nvPr/>
        </p:nvGrpSpPr>
        <p:grpSpPr>
          <a:xfrm flipH="1">
            <a:off x="850264" y="4571513"/>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3" name="Freeform 32">
              <a:extLst>
                <a:ext uri="{FF2B5EF4-FFF2-40B4-BE49-F238E27FC236}">
                  <a16:creationId xmlns:a16="http://schemas.microsoft.com/office/drawing/2014/main" id="{939959C0-F19C-0E90-DED1-9F2E9E66F3B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3">
              <a:extLst>
                <a:ext uri="{FF2B5EF4-FFF2-40B4-BE49-F238E27FC236}">
                  <a16:creationId xmlns:a16="http://schemas.microsoft.com/office/drawing/2014/main" id="{13E9A5ED-C28E-1015-373F-1D01757D054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34">
              <a:extLst>
                <a:ext uri="{FF2B5EF4-FFF2-40B4-BE49-F238E27FC236}">
                  <a16:creationId xmlns:a16="http://schemas.microsoft.com/office/drawing/2014/main" id="{F3CE9A88-0A4E-D3B5-3124-1F1FA758A426}"/>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6" name="Group 217">
            <a:extLst>
              <a:ext uri="{FF2B5EF4-FFF2-40B4-BE49-F238E27FC236}">
                <a16:creationId xmlns:a16="http://schemas.microsoft.com/office/drawing/2014/main" id="{7BCA3788-AB68-A2A4-8C47-E14533EFD16C}"/>
              </a:ext>
            </a:extLst>
          </p:cNvPr>
          <p:cNvGrpSpPr/>
          <p:nvPr/>
        </p:nvGrpSpPr>
        <p:grpSpPr>
          <a:xfrm>
            <a:off x="857851" y="6681989"/>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7" name="Freeform 32">
              <a:extLst>
                <a:ext uri="{FF2B5EF4-FFF2-40B4-BE49-F238E27FC236}">
                  <a16:creationId xmlns:a16="http://schemas.microsoft.com/office/drawing/2014/main" id="{E6C04DD5-1E94-8763-7B09-E264EBCA9DC4}"/>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3">
              <a:extLst>
                <a:ext uri="{FF2B5EF4-FFF2-40B4-BE49-F238E27FC236}">
                  <a16:creationId xmlns:a16="http://schemas.microsoft.com/office/drawing/2014/main" id="{60DAE885-D0DA-FFD8-D803-CCCBE7F5D27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34">
              <a:extLst>
                <a:ext uri="{FF2B5EF4-FFF2-40B4-BE49-F238E27FC236}">
                  <a16:creationId xmlns:a16="http://schemas.microsoft.com/office/drawing/2014/main" id="{F2489599-5FB0-0628-59A5-E689E7376FD6}"/>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 name="Group 221">
            <a:extLst>
              <a:ext uri="{FF2B5EF4-FFF2-40B4-BE49-F238E27FC236}">
                <a16:creationId xmlns:a16="http://schemas.microsoft.com/office/drawing/2014/main" id="{41777A7B-4B8B-4C36-4D98-D6CE2EDD625C}"/>
              </a:ext>
            </a:extLst>
          </p:cNvPr>
          <p:cNvGrpSpPr/>
          <p:nvPr/>
        </p:nvGrpSpPr>
        <p:grpSpPr>
          <a:xfrm>
            <a:off x="857859" y="8663438"/>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1" name="Freeform 32">
              <a:extLst>
                <a:ext uri="{FF2B5EF4-FFF2-40B4-BE49-F238E27FC236}">
                  <a16:creationId xmlns:a16="http://schemas.microsoft.com/office/drawing/2014/main" id="{7460955F-08D9-A1A0-3418-EA47153F6AA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3">
              <a:extLst>
                <a:ext uri="{FF2B5EF4-FFF2-40B4-BE49-F238E27FC236}">
                  <a16:creationId xmlns:a16="http://schemas.microsoft.com/office/drawing/2014/main" id="{03A028DB-C154-114E-04F1-4FD7151C45F0}"/>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Freeform 34">
              <a:extLst>
                <a:ext uri="{FF2B5EF4-FFF2-40B4-BE49-F238E27FC236}">
                  <a16:creationId xmlns:a16="http://schemas.microsoft.com/office/drawing/2014/main" id="{DE6119E0-73A5-6D7A-36C3-04E5767F1E37}"/>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 name="Marcador de número de diapositiva 1">
            <a:extLst>
              <a:ext uri="{FF2B5EF4-FFF2-40B4-BE49-F238E27FC236}">
                <a16:creationId xmlns:a16="http://schemas.microsoft.com/office/drawing/2014/main" id="{81045F24-FC6A-A297-5F1D-77530753B86E}"/>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24</a:t>
            </a:fld>
            <a:endParaRPr lang="es-ES" sz="2400" dirty="0"/>
          </a:p>
        </p:txBody>
      </p:sp>
    </p:spTree>
    <p:extLst>
      <p:ext uri="{BB962C8B-B14F-4D97-AF65-F5344CB8AC3E}">
        <p14:creationId xmlns:p14="http://schemas.microsoft.com/office/powerpoint/2010/main" val="537237936"/>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EAA4-4A0E-2CC8-0EEA-AD10686E2A0C}"/>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852A73F2-D1D5-DDD6-2B35-EF1FC34050F4}"/>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43AC1CC1-8463-89EB-2EE8-08FBE6AC2425}"/>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21DB3669-EF9B-F2B4-0B2C-1EDB25E0788B}"/>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PWA</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81D98B08-E3C6-A17E-477A-40F708799CE7}"/>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8F185918-6B5E-E8F5-4081-510D9E306AA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609AA3A5-A31F-FA0C-CD8C-5C2BD8146558}"/>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algn="l" defTabSz="647700">
              <a:spcBef>
                <a:spcPts val="1700"/>
              </a:spcBef>
              <a:defRPr/>
            </a:pPr>
            <a:endParaRPr lang="es-ES" sz="3600" dirty="0">
              <a:solidFill>
                <a:schemeClr val="tx1">
                  <a:lumMod val="85000"/>
                  <a:lumOff val="15000"/>
                </a:schemeClr>
              </a:solidFill>
              <a:latin typeface="Verdana" charset="0"/>
              <a:ea typeface="ＭＳ Ｐゴシック" charset="0"/>
              <a:cs typeface="Verdana" charset="0"/>
              <a:sym typeface="Verdana" charset="0"/>
            </a:endParaRPr>
          </a:p>
          <a:p>
            <a:pPr algn="l" defTabSz="647700">
              <a:spcBef>
                <a:spcPts val="1700"/>
              </a:spcBef>
              <a:defRPr/>
            </a:pPr>
            <a:endParaRPr lang="es-ES" sz="3600" dirty="0">
              <a:solidFill>
                <a:schemeClr val="tx1">
                  <a:lumMod val="85000"/>
                  <a:lumOff val="15000"/>
                </a:schemeClr>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endParaRPr lang="es-ES" sz="3600" dirty="0">
              <a:solidFill>
                <a:schemeClr val="tx1">
                  <a:lumMod val="85000"/>
                  <a:lumOff val="15000"/>
                </a:schemeClr>
              </a:solidFill>
              <a:latin typeface="Verdana" charset="0"/>
              <a:ea typeface="ＭＳ Ｐゴシック" charset="0"/>
              <a:cs typeface="Verdana" charset="0"/>
              <a:sym typeface="Verdana" charset="0"/>
            </a:endParaRPr>
          </a:p>
        </p:txBody>
      </p:sp>
      <p:pic>
        <p:nvPicPr>
          <p:cNvPr id="18" name="Imagen 17">
            <a:extLst>
              <a:ext uri="{FF2B5EF4-FFF2-40B4-BE49-F238E27FC236}">
                <a16:creationId xmlns:a16="http://schemas.microsoft.com/office/drawing/2014/main" id="{C56BE2F4-295E-9974-AEAF-5EE1B14D7678}"/>
              </a:ext>
            </a:extLst>
          </p:cNvPr>
          <p:cNvPicPr>
            <a:picLocks noChangeAspect="1"/>
          </p:cNvPicPr>
          <p:nvPr/>
        </p:nvPicPr>
        <p:blipFill>
          <a:blip r:embed="rId3"/>
          <a:stretch>
            <a:fillRect/>
          </a:stretch>
        </p:blipFill>
        <p:spPr>
          <a:xfrm>
            <a:off x="598712" y="3487593"/>
            <a:ext cx="12199210" cy="6624736"/>
          </a:xfrm>
          <a:prstGeom prst="rect">
            <a:avLst/>
          </a:prstGeom>
        </p:spPr>
      </p:pic>
      <p:pic>
        <p:nvPicPr>
          <p:cNvPr id="6" name="Imagen 5">
            <a:extLst>
              <a:ext uri="{FF2B5EF4-FFF2-40B4-BE49-F238E27FC236}">
                <a16:creationId xmlns:a16="http://schemas.microsoft.com/office/drawing/2014/main" id="{348D57FA-FD62-0891-A03D-EC0741515569}"/>
              </a:ext>
            </a:extLst>
          </p:cNvPr>
          <p:cNvPicPr>
            <a:picLocks noChangeAspect="1"/>
          </p:cNvPicPr>
          <p:nvPr/>
        </p:nvPicPr>
        <p:blipFill>
          <a:blip r:embed="rId4"/>
          <a:stretch>
            <a:fillRect/>
          </a:stretch>
        </p:blipFill>
        <p:spPr>
          <a:xfrm>
            <a:off x="13704034" y="4188053"/>
            <a:ext cx="9655158" cy="5760640"/>
          </a:xfrm>
          <a:prstGeom prst="rect">
            <a:avLst/>
          </a:prstGeom>
        </p:spPr>
      </p:pic>
      <p:sp>
        <p:nvSpPr>
          <p:cNvPr id="4" name="Marcador de número de diapositiva 1">
            <a:extLst>
              <a:ext uri="{FF2B5EF4-FFF2-40B4-BE49-F238E27FC236}">
                <a16:creationId xmlns:a16="http://schemas.microsoft.com/office/drawing/2014/main" id="{DF38F538-BC1E-9D8A-8FFD-DB3F103593CD}"/>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25</a:t>
            </a:fld>
            <a:endParaRPr lang="es-ES" sz="2400" dirty="0"/>
          </a:p>
        </p:txBody>
      </p:sp>
    </p:spTree>
    <p:extLst>
      <p:ext uri="{BB962C8B-B14F-4D97-AF65-F5344CB8AC3E}">
        <p14:creationId xmlns:p14="http://schemas.microsoft.com/office/powerpoint/2010/main" val="3515008803"/>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50B5-0E8D-75B6-ADF3-5AA441954EEA}"/>
            </a:ext>
          </a:extLst>
        </p:cNvPr>
        <p:cNvGrpSpPr/>
        <p:nvPr/>
      </p:nvGrpSpPr>
      <p:grpSpPr>
        <a:xfrm>
          <a:off x="0" y="0"/>
          <a:ext cx="0" cy="0"/>
          <a:chOff x="0" y="0"/>
          <a:chExt cx="0" cy="0"/>
        </a:xfrm>
      </p:grpSpPr>
      <p:sp>
        <p:nvSpPr>
          <p:cNvPr id="9" name="Rectángulo 8">
            <a:extLst>
              <a:ext uri="{FF2B5EF4-FFF2-40B4-BE49-F238E27FC236}">
                <a16:creationId xmlns:a16="http://schemas.microsoft.com/office/drawing/2014/main" id="{37EF2943-D640-DC69-A0F2-05CE49FEB2C2}"/>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4CF10385-020A-51D0-C02B-324C136A26C6}"/>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378DAD32-B0DE-AB6C-CD22-CF80EB0FC18D}"/>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Diseño Responsivo</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AC59913D-85DE-5DF9-5870-75177921E04B}"/>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F29389A7-E73A-C708-9312-AB687448FF12}"/>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4CCE8748-EDDF-D249-E295-EC89063C78BB}"/>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pPr marL="571500"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Adaptado a todos los dispositivos</a:t>
            </a:r>
          </a:p>
          <a:p>
            <a:pPr marL="571500"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algn="l" defTabSz="647700">
              <a:spcBef>
                <a:spcPts val="1700"/>
              </a:spcBef>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p:txBody>
      </p:sp>
      <p:pic>
        <p:nvPicPr>
          <p:cNvPr id="14" name="Imagen 13">
            <a:extLst>
              <a:ext uri="{FF2B5EF4-FFF2-40B4-BE49-F238E27FC236}">
                <a16:creationId xmlns:a16="http://schemas.microsoft.com/office/drawing/2014/main" id="{D8477288-51A8-5B3F-5ECA-FDFDA8F3AD7E}"/>
              </a:ext>
            </a:extLst>
          </p:cNvPr>
          <p:cNvPicPr>
            <a:picLocks noChangeAspect="1"/>
          </p:cNvPicPr>
          <p:nvPr/>
        </p:nvPicPr>
        <p:blipFill>
          <a:blip r:embed="rId3"/>
          <a:stretch>
            <a:fillRect/>
          </a:stretch>
        </p:blipFill>
        <p:spPr>
          <a:xfrm>
            <a:off x="1894856" y="8538848"/>
            <a:ext cx="18074008" cy="4071408"/>
          </a:xfrm>
          <a:prstGeom prst="rect">
            <a:avLst/>
          </a:prstGeom>
        </p:spPr>
      </p:pic>
      <p:pic>
        <p:nvPicPr>
          <p:cNvPr id="16" name="Imagen 15">
            <a:extLst>
              <a:ext uri="{FF2B5EF4-FFF2-40B4-BE49-F238E27FC236}">
                <a16:creationId xmlns:a16="http://schemas.microsoft.com/office/drawing/2014/main" id="{AC11B12A-AB77-029E-5893-5DFF0F0B356F}"/>
              </a:ext>
            </a:extLst>
          </p:cNvPr>
          <p:cNvPicPr>
            <a:picLocks noChangeAspect="1"/>
          </p:cNvPicPr>
          <p:nvPr/>
        </p:nvPicPr>
        <p:blipFill>
          <a:blip r:embed="rId4"/>
          <a:stretch>
            <a:fillRect/>
          </a:stretch>
        </p:blipFill>
        <p:spPr>
          <a:xfrm>
            <a:off x="15864408" y="1120776"/>
            <a:ext cx="3766922" cy="6751242"/>
          </a:xfrm>
          <a:prstGeom prst="rect">
            <a:avLst/>
          </a:prstGeom>
        </p:spPr>
      </p:pic>
      <p:grpSp>
        <p:nvGrpSpPr>
          <p:cNvPr id="3" name="Group 245">
            <a:extLst>
              <a:ext uri="{FF2B5EF4-FFF2-40B4-BE49-F238E27FC236}">
                <a16:creationId xmlns:a16="http://schemas.microsoft.com/office/drawing/2014/main" id="{2A2BF7D0-0008-67DD-F8C0-17AA0E9E1AFD}"/>
              </a:ext>
            </a:extLst>
          </p:cNvPr>
          <p:cNvGrpSpPr/>
          <p:nvPr/>
        </p:nvGrpSpPr>
        <p:grpSpPr>
          <a:xfrm>
            <a:off x="857844" y="2602159"/>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4" name="Freeform 32">
              <a:extLst>
                <a:ext uri="{FF2B5EF4-FFF2-40B4-BE49-F238E27FC236}">
                  <a16:creationId xmlns:a16="http://schemas.microsoft.com/office/drawing/2014/main" id="{F1F8427C-D56D-3643-74F0-C81DE72318B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33">
              <a:extLst>
                <a:ext uri="{FF2B5EF4-FFF2-40B4-BE49-F238E27FC236}">
                  <a16:creationId xmlns:a16="http://schemas.microsoft.com/office/drawing/2014/main" id="{9DD21A1E-AFDD-A1B5-5C96-1B52EB96ECA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4">
              <a:extLst>
                <a:ext uri="{FF2B5EF4-FFF2-40B4-BE49-F238E27FC236}">
                  <a16:creationId xmlns:a16="http://schemas.microsoft.com/office/drawing/2014/main" id="{1AA1C572-7537-4D0F-8775-D16C8A442CE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 name="Marcador de número de diapositiva 1">
            <a:extLst>
              <a:ext uri="{FF2B5EF4-FFF2-40B4-BE49-F238E27FC236}">
                <a16:creationId xmlns:a16="http://schemas.microsoft.com/office/drawing/2014/main" id="{898B3643-0F7B-18C4-EF0E-291B49E653A0}"/>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26</a:t>
            </a:fld>
            <a:endParaRPr lang="es-ES" sz="2400" dirty="0"/>
          </a:p>
        </p:txBody>
      </p:sp>
    </p:spTree>
    <p:extLst>
      <p:ext uri="{BB962C8B-B14F-4D97-AF65-F5344CB8AC3E}">
        <p14:creationId xmlns:p14="http://schemas.microsoft.com/office/powerpoint/2010/main" val="1283457855"/>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186E-BF21-95C5-B002-D58FDA481042}"/>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F4FD0301-544E-B4F8-860B-3E217D750A17}"/>
              </a:ext>
            </a:extLst>
          </p:cNvPr>
          <p:cNvSpPr>
            <a:spLocks noGrp="1"/>
          </p:cNvSpPr>
          <p:nvPr>
            <p:ph type="body" sz="quarter" idx="13"/>
          </p:nvPr>
        </p:nvSpPr>
        <p:spPr>
          <a:xfrm>
            <a:off x="14280232" y="5741988"/>
            <a:ext cx="9721181" cy="3636962"/>
          </a:xfrm>
        </p:spPr>
        <p:txBody>
          <a:bodyPr/>
          <a:lstStyle/>
          <a:p>
            <a:r>
              <a:rPr lang="es-ES" dirty="0"/>
              <a:t>Implementación</a:t>
            </a:r>
          </a:p>
        </p:txBody>
      </p:sp>
      <p:sp>
        <p:nvSpPr>
          <p:cNvPr id="9" name="AutoShape 4">
            <a:extLst>
              <a:ext uri="{FF2B5EF4-FFF2-40B4-BE49-F238E27FC236}">
                <a16:creationId xmlns:a16="http://schemas.microsoft.com/office/drawing/2014/main" id="{19001CC5-C1EF-643D-99EA-D18DB3264DDA}"/>
              </a:ext>
            </a:extLst>
          </p:cNvPr>
          <p:cNvSpPr>
            <a:spLocks/>
          </p:cNvSpPr>
          <p:nvPr/>
        </p:nvSpPr>
        <p:spPr bwMode="auto">
          <a:xfrm>
            <a:off x="814736" y="7420254"/>
            <a:ext cx="13061080"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6000" dirty="0">
                <a:latin typeface="Roboto SemiBold" panose="02000000000000000000" pitchFamily="2" charset="0"/>
                <a:ea typeface="Roboto SemiBold" panose="02000000000000000000" pitchFamily="2" charset="0"/>
              </a:rPr>
              <a:t>Estructura de </a:t>
            </a:r>
          </a:p>
          <a:p>
            <a:pPr algn="l">
              <a:defRPr/>
            </a:pPr>
            <a:r>
              <a:rPr lang="es-ES" sz="6000" dirty="0">
                <a:latin typeface="Roboto SemiBold" panose="02000000000000000000" pitchFamily="2" charset="0"/>
                <a:ea typeface="Roboto SemiBold" panose="02000000000000000000" pitchFamily="2" charset="0"/>
              </a:rPr>
              <a:t>componentes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Conexión Front-Back</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Almacenaje</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Autenticación y autorización</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Servicios auxiliares</a:t>
            </a:r>
          </a:p>
        </p:txBody>
      </p:sp>
      <p:sp>
        <p:nvSpPr>
          <p:cNvPr id="10" name="AutoShape 4">
            <a:extLst>
              <a:ext uri="{FF2B5EF4-FFF2-40B4-BE49-F238E27FC236}">
                <a16:creationId xmlns:a16="http://schemas.microsoft.com/office/drawing/2014/main" id="{B241022A-D762-64DB-996F-0000ED6AB063}"/>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87BBFB9F-94EB-8BDF-A876-CFBC7D67CB0A}"/>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FE9037F0-6D32-D224-2AE0-3F71C5E4B085}"/>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2" name="CuadroTexto 1">
            <a:extLst>
              <a:ext uri="{FF2B5EF4-FFF2-40B4-BE49-F238E27FC236}">
                <a16:creationId xmlns:a16="http://schemas.microsoft.com/office/drawing/2014/main" id="{1340CA8C-AF23-D6EE-D3A8-4E31952146B3}"/>
              </a:ext>
            </a:extLst>
          </p:cNvPr>
          <p:cNvSpPr txBox="1"/>
          <p:nvPr/>
        </p:nvSpPr>
        <p:spPr>
          <a:xfrm>
            <a:off x="2830960" y="9018240"/>
            <a:ext cx="8784976" cy="1080120"/>
          </a:xfrm>
          <a:prstGeom prst="rect">
            <a:avLst/>
          </a:prstGeom>
        </p:spPr>
        <p:txBody>
          <a:bodyPr wrap="square" rtlCol="0">
            <a:spAutoFit/>
          </a:bodyPr>
          <a:lstStyle/>
          <a:p>
            <a:endParaRPr lang="es-ES" dirty="0"/>
          </a:p>
        </p:txBody>
      </p:sp>
    </p:spTree>
    <p:extLst>
      <p:ext uri="{BB962C8B-B14F-4D97-AF65-F5344CB8AC3E}">
        <p14:creationId xmlns:p14="http://schemas.microsoft.com/office/powerpoint/2010/main" val="193536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54B3-1A14-ABA7-A9B2-938F08CBF3DB}"/>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E2876E5-C018-7BC1-5101-02E4CCFA2E89}"/>
              </a:ext>
            </a:extLst>
          </p:cNvPr>
          <p:cNvSpPr/>
          <p:nvPr/>
        </p:nvSpPr>
        <p:spPr bwMode="auto">
          <a:xfrm>
            <a:off x="0" y="-63298"/>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9BC6C53D-508C-CC98-AE36-A7B90AD2239B}"/>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2D9C3B9B-BBAF-1AF0-D199-E50843768540}"/>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Estructura de componentes</a:t>
            </a:r>
            <a:endParaRPr lang="es-ES" sz="8800"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221482B2-AFDF-3B7E-7654-CC22B4037DC6}"/>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17D774D7-982B-3BF3-FB61-3E403771E007}"/>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4" name="AutoShape 5">
            <a:extLst>
              <a:ext uri="{FF2B5EF4-FFF2-40B4-BE49-F238E27FC236}">
                <a16:creationId xmlns:a16="http://schemas.microsoft.com/office/drawing/2014/main" id="{5B09976C-74F3-1EFD-E6BC-A9937D033D4B}"/>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914400" lvl="1"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Reutilizables en varias vistas</a:t>
            </a:r>
          </a:p>
          <a:p>
            <a:pPr marL="914400" lvl="1"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Separación de responsabilidades</a:t>
            </a:r>
          </a:p>
          <a:p>
            <a:pPr marL="914400" lvl="1"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Organización modular</a:t>
            </a:r>
          </a:p>
        </p:txBody>
      </p:sp>
      <p:pic>
        <p:nvPicPr>
          <p:cNvPr id="10" name="Imagen 9">
            <a:extLst>
              <a:ext uri="{FF2B5EF4-FFF2-40B4-BE49-F238E27FC236}">
                <a16:creationId xmlns:a16="http://schemas.microsoft.com/office/drawing/2014/main" id="{B76867B0-503B-B3A4-388B-B32C5093D536}"/>
              </a:ext>
            </a:extLst>
          </p:cNvPr>
          <p:cNvPicPr>
            <a:picLocks noChangeAspect="1"/>
          </p:cNvPicPr>
          <p:nvPr/>
        </p:nvPicPr>
        <p:blipFill>
          <a:blip r:embed="rId3"/>
          <a:stretch>
            <a:fillRect/>
          </a:stretch>
        </p:blipFill>
        <p:spPr>
          <a:xfrm>
            <a:off x="6647384" y="8874224"/>
            <a:ext cx="13105456" cy="3563704"/>
          </a:xfrm>
          <a:prstGeom prst="rect">
            <a:avLst/>
          </a:prstGeom>
        </p:spPr>
      </p:pic>
      <p:grpSp>
        <p:nvGrpSpPr>
          <p:cNvPr id="3" name="Group 245">
            <a:extLst>
              <a:ext uri="{FF2B5EF4-FFF2-40B4-BE49-F238E27FC236}">
                <a16:creationId xmlns:a16="http://schemas.microsoft.com/office/drawing/2014/main" id="{C9457284-2476-216D-C426-DDC62A0CF8DA}"/>
              </a:ext>
            </a:extLst>
          </p:cNvPr>
          <p:cNvGrpSpPr/>
          <p:nvPr/>
        </p:nvGrpSpPr>
        <p:grpSpPr>
          <a:xfrm>
            <a:off x="1174776" y="2699841"/>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6" name="Freeform 32">
              <a:extLst>
                <a:ext uri="{FF2B5EF4-FFF2-40B4-BE49-F238E27FC236}">
                  <a16:creationId xmlns:a16="http://schemas.microsoft.com/office/drawing/2014/main" id="{F2BE06EC-216D-52B1-E03C-5C1D06D7EF84}"/>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3">
              <a:extLst>
                <a:ext uri="{FF2B5EF4-FFF2-40B4-BE49-F238E27FC236}">
                  <a16:creationId xmlns:a16="http://schemas.microsoft.com/office/drawing/2014/main" id="{25368587-D0A4-01B7-5DDD-19E23B22D56C}"/>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0C4C61D6-EFCA-2C82-B81B-233CD9B6E3EE}"/>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8BEE3DDF-A420-C4FC-06A9-F27A4BED7D36}"/>
              </a:ext>
            </a:extLst>
          </p:cNvPr>
          <p:cNvGrpSpPr/>
          <p:nvPr/>
        </p:nvGrpSpPr>
        <p:grpSpPr>
          <a:xfrm flipH="1">
            <a:off x="1167196" y="4669195"/>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5CB1231E-8B39-8E7F-49F5-1F14737153D3}"/>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3080525A-32E5-22E6-F298-E6C5F0B80911}"/>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3990B0EA-E3CF-C3F1-FD7B-F225409F857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A183A2C3-8C3A-A63B-3145-B74665549332}"/>
              </a:ext>
            </a:extLst>
          </p:cNvPr>
          <p:cNvGrpSpPr/>
          <p:nvPr/>
        </p:nvGrpSpPr>
        <p:grpSpPr>
          <a:xfrm>
            <a:off x="1174783" y="6779671"/>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BF3A1FA2-AB52-EA53-C2FB-E56BD72938AC}"/>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4088FD3C-0B33-E717-8305-5A24288D8D34}"/>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04B00AAC-615B-E69B-0E0D-589C818CECAB}"/>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9" name="Marcador de número de diapositiva 1">
            <a:extLst>
              <a:ext uri="{FF2B5EF4-FFF2-40B4-BE49-F238E27FC236}">
                <a16:creationId xmlns:a16="http://schemas.microsoft.com/office/drawing/2014/main" id="{10A7DAA7-BC99-208F-219A-F1D7F2B44396}"/>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28</a:t>
            </a:fld>
            <a:endParaRPr lang="es-ES" sz="2400" dirty="0"/>
          </a:p>
        </p:txBody>
      </p:sp>
    </p:spTree>
    <p:extLst>
      <p:ext uri="{BB962C8B-B14F-4D97-AF65-F5344CB8AC3E}">
        <p14:creationId xmlns:p14="http://schemas.microsoft.com/office/powerpoint/2010/main" val="172158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2DD47-C45F-95B7-7885-25E469ED25F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C9797F0-A192-3CCC-6D55-14A5411D9E53}"/>
              </a:ext>
            </a:extLst>
          </p:cNvPr>
          <p:cNvSpPr/>
          <p:nvPr/>
        </p:nvSpPr>
        <p:spPr bwMode="auto">
          <a:xfrm>
            <a:off x="0"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3379A9CA-732E-D2C7-AB97-0C1EBC1852D6}"/>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17963319-FE92-42CF-6A87-5739F5FCA42E}"/>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9C44D02B-2B23-A78D-9385-B3C37A31D04E}"/>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10" name="Imagen 9">
            <a:extLst>
              <a:ext uri="{FF2B5EF4-FFF2-40B4-BE49-F238E27FC236}">
                <a16:creationId xmlns:a16="http://schemas.microsoft.com/office/drawing/2014/main" id="{B632756A-6D5A-8ACF-0BE5-CB0D1ED7D083}"/>
              </a:ext>
            </a:extLst>
          </p:cNvPr>
          <p:cNvPicPr>
            <a:picLocks noChangeAspect="1"/>
          </p:cNvPicPr>
          <p:nvPr/>
        </p:nvPicPr>
        <p:blipFill>
          <a:blip r:embed="rId3"/>
          <a:stretch>
            <a:fillRect/>
          </a:stretch>
        </p:blipFill>
        <p:spPr>
          <a:xfrm>
            <a:off x="670720" y="3977680"/>
            <a:ext cx="22373739" cy="6083984"/>
          </a:xfrm>
          <a:prstGeom prst="rect">
            <a:avLst/>
          </a:prstGeom>
        </p:spPr>
      </p:pic>
    </p:spTree>
    <p:extLst>
      <p:ext uri="{BB962C8B-B14F-4D97-AF65-F5344CB8AC3E}">
        <p14:creationId xmlns:p14="http://schemas.microsoft.com/office/powerpoint/2010/main" val="17420462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64FA3-3B82-4245-F37D-0BED896768BA}"/>
            </a:ext>
          </a:extLst>
        </p:cNvPr>
        <p:cNvGrpSpPr/>
        <p:nvPr/>
      </p:nvGrpSpPr>
      <p:grpSpPr>
        <a:xfrm>
          <a:off x="0" y="0"/>
          <a:ext cx="0" cy="0"/>
          <a:chOff x="0" y="0"/>
          <a:chExt cx="0" cy="0"/>
        </a:xfrm>
      </p:grpSpPr>
      <p:sp>
        <p:nvSpPr>
          <p:cNvPr id="18" name="Rectángulo 17">
            <a:extLst>
              <a:ext uri="{FF2B5EF4-FFF2-40B4-BE49-F238E27FC236}">
                <a16:creationId xmlns:a16="http://schemas.microsoft.com/office/drawing/2014/main" id="{FC01EE96-7CCD-0279-57EC-9B53F84B2091}"/>
              </a:ext>
            </a:extLst>
          </p:cNvPr>
          <p:cNvSpPr/>
          <p:nvPr/>
        </p:nvSpPr>
        <p:spPr bwMode="auto">
          <a:xfrm>
            <a:off x="0"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2800CE34-B319-3903-35F8-9BFD9A733966}"/>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72A238B2-E837-B412-98F6-CE7325D67723}"/>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Conexión </a:t>
            </a:r>
            <a:r>
              <a:rPr lang="es-ES" sz="8800" b="1" dirty="0" err="1">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FrontEnd</a:t>
            </a:r>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 - </a:t>
            </a:r>
            <a:r>
              <a:rPr lang="es-ES" sz="8800" b="1" dirty="0" err="1">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BackEnd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C086F7F4-0E48-5F0B-CF77-A27909B4D600}"/>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E6B7525C-6046-D11D-2616-7D895A02FFE8}"/>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240F66DC-9DEA-984E-7DDB-82BD93BAA527}"/>
              </a:ext>
            </a:extLst>
          </p:cNvPr>
          <p:cNvSpPr>
            <a:spLocks/>
          </p:cNvSpPr>
          <p:nvPr/>
        </p:nvSpPr>
        <p:spPr bwMode="auto">
          <a:xfrm>
            <a:off x="1678832" y="2825552"/>
            <a:ext cx="10902723"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API </a:t>
            </a:r>
            <a:r>
              <a:rPr lang="es-ES" sz="5400" dirty="0" err="1">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Rest</a:t>
            </a: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Servicios en la aplicación</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Controladores y Managers en el servidor</a:t>
            </a: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pic>
        <p:nvPicPr>
          <p:cNvPr id="8" name="Imagen 7">
            <a:extLst>
              <a:ext uri="{FF2B5EF4-FFF2-40B4-BE49-F238E27FC236}">
                <a16:creationId xmlns:a16="http://schemas.microsoft.com/office/drawing/2014/main" id="{EE571D01-88B3-6DE7-DCDC-5E55C368E31B}"/>
              </a:ext>
            </a:extLst>
          </p:cNvPr>
          <p:cNvPicPr>
            <a:picLocks noChangeAspect="1"/>
          </p:cNvPicPr>
          <p:nvPr/>
        </p:nvPicPr>
        <p:blipFill>
          <a:blip r:embed="rId3"/>
          <a:stretch>
            <a:fillRect/>
          </a:stretch>
        </p:blipFill>
        <p:spPr>
          <a:xfrm>
            <a:off x="12969926" y="2321496"/>
            <a:ext cx="10902723" cy="9648909"/>
          </a:xfrm>
          <a:prstGeom prst="rect">
            <a:avLst/>
          </a:prstGeom>
        </p:spPr>
      </p:pic>
      <p:grpSp>
        <p:nvGrpSpPr>
          <p:cNvPr id="3" name="Group 245">
            <a:extLst>
              <a:ext uri="{FF2B5EF4-FFF2-40B4-BE49-F238E27FC236}">
                <a16:creationId xmlns:a16="http://schemas.microsoft.com/office/drawing/2014/main" id="{D15B83CF-069B-5D24-8716-E32D160179F1}"/>
              </a:ext>
            </a:extLst>
          </p:cNvPr>
          <p:cNvGrpSpPr/>
          <p:nvPr/>
        </p:nvGrpSpPr>
        <p:grpSpPr>
          <a:xfrm>
            <a:off x="1174776" y="2699841"/>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4" name="Freeform 32">
              <a:extLst>
                <a:ext uri="{FF2B5EF4-FFF2-40B4-BE49-F238E27FC236}">
                  <a16:creationId xmlns:a16="http://schemas.microsoft.com/office/drawing/2014/main" id="{0A7DF397-D37B-00AD-4587-018A630C528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33">
              <a:extLst>
                <a:ext uri="{FF2B5EF4-FFF2-40B4-BE49-F238E27FC236}">
                  <a16:creationId xmlns:a16="http://schemas.microsoft.com/office/drawing/2014/main" id="{21FAFB6A-492B-7442-40E5-FB2AE10D6114}"/>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9250EAA3-67AD-0987-4E2C-101C305F3DC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 name="Group 213">
            <a:extLst>
              <a:ext uri="{FF2B5EF4-FFF2-40B4-BE49-F238E27FC236}">
                <a16:creationId xmlns:a16="http://schemas.microsoft.com/office/drawing/2014/main" id="{492F702E-5AAD-68AE-3E09-6D69B27E9E8F}"/>
              </a:ext>
            </a:extLst>
          </p:cNvPr>
          <p:cNvGrpSpPr/>
          <p:nvPr/>
        </p:nvGrpSpPr>
        <p:grpSpPr>
          <a:xfrm flipH="1">
            <a:off x="1167196" y="4669195"/>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1" name="Freeform 32">
              <a:extLst>
                <a:ext uri="{FF2B5EF4-FFF2-40B4-BE49-F238E27FC236}">
                  <a16:creationId xmlns:a16="http://schemas.microsoft.com/office/drawing/2014/main" id="{1ED59B84-9549-B8DD-A841-5E908AD257A6}"/>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3">
              <a:extLst>
                <a:ext uri="{FF2B5EF4-FFF2-40B4-BE49-F238E27FC236}">
                  <a16:creationId xmlns:a16="http://schemas.microsoft.com/office/drawing/2014/main" id="{F04A0848-09D4-61A4-AE78-4D179245310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4">
              <a:extLst>
                <a:ext uri="{FF2B5EF4-FFF2-40B4-BE49-F238E27FC236}">
                  <a16:creationId xmlns:a16="http://schemas.microsoft.com/office/drawing/2014/main" id="{37EE6168-BBA1-5F30-C873-EE4FDE0160C1}"/>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 name="Group 217">
            <a:extLst>
              <a:ext uri="{FF2B5EF4-FFF2-40B4-BE49-F238E27FC236}">
                <a16:creationId xmlns:a16="http://schemas.microsoft.com/office/drawing/2014/main" id="{4E09A667-68C6-445E-8227-CC8831AE1FEC}"/>
              </a:ext>
            </a:extLst>
          </p:cNvPr>
          <p:cNvGrpSpPr/>
          <p:nvPr/>
        </p:nvGrpSpPr>
        <p:grpSpPr>
          <a:xfrm>
            <a:off x="1174783" y="6779671"/>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5" name="Freeform 32">
              <a:extLst>
                <a:ext uri="{FF2B5EF4-FFF2-40B4-BE49-F238E27FC236}">
                  <a16:creationId xmlns:a16="http://schemas.microsoft.com/office/drawing/2014/main" id="{7A035684-6713-F9A2-F3E4-4CFEB8EA708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3">
              <a:extLst>
                <a:ext uri="{FF2B5EF4-FFF2-40B4-BE49-F238E27FC236}">
                  <a16:creationId xmlns:a16="http://schemas.microsoft.com/office/drawing/2014/main" id="{0E94FFA5-62F8-1A73-D8B7-6FA6F8F08A61}"/>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4">
              <a:extLst>
                <a:ext uri="{FF2B5EF4-FFF2-40B4-BE49-F238E27FC236}">
                  <a16:creationId xmlns:a16="http://schemas.microsoft.com/office/drawing/2014/main" id="{84607B37-03A5-1DC7-B12B-909FF96C7DA8}"/>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9" name="Marcador de número de diapositiva 1">
            <a:extLst>
              <a:ext uri="{FF2B5EF4-FFF2-40B4-BE49-F238E27FC236}">
                <a16:creationId xmlns:a16="http://schemas.microsoft.com/office/drawing/2014/main" id="{50AF5F2F-54F6-0B46-56F5-96F911E303FF}"/>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30</a:t>
            </a:fld>
            <a:endParaRPr lang="es-ES" sz="2400" dirty="0"/>
          </a:p>
        </p:txBody>
      </p:sp>
    </p:spTree>
    <p:extLst>
      <p:ext uri="{BB962C8B-B14F-4D97-AF65-F5344CB8AC3E}">
        <p14:creationId xmlns:p14="http://schemas.microsoft.com/office/powerpoint/2010/main" val="55988873"/>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61BE9-83D7-C239-FF32-DEA7A2B18893}"/>
            </a:ext>
          </a:extLst>
        </p:cNvPr>
        <p:cNvGrpSpPr/>
        <p:nvPr/>
      </p:nvGrpSpPr>
      <p:grpSpPr>
        <a:xfrm>
          <a:off x="0" y="0"/>
          <a:ext cx="0" cy="0"/>
          <a:chOff x="0" y="0"/>
          <a:chExt cx="0" cy="0"/>
        </a:xfrm>
      </p:grpSpPr>
      <p:sp>
        <p:nvSpPr>
          <p:cNvPr id="25" name="Rectángulo 24">
            <a:extLst>
              <a:ext uri="{FF2B5EF4-FFF2-40B4-BE49-F238E27FC236}">
                <a16:creationId xmlns:a16="http://schemas.microsoft.com/office/drawing/2014/main" id="{07A35B70-0B89-8A47-0FA7-DF4BC7FBF519}"/>
              </a:ext>
            </a:extLst>
          </p:cNvPr>
          <p:cNvSpPr/>
          <p:nvPr/>
        </p:nvSpPr>
        <p:spPr bwMode="auto">
          <a:xfrm>
            <a:off x="0"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CF66A542-5C81-136F-EFA9-BAA6763776E6}"/>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FD1EEF03-7A4F-2F64-FC60-2D2496082A20}"/>
              </a:ext>
            </a:extLst>
          </p:cNvPr>
          <p:cNvSpPr>
            <a:spLocks/>
          </p:cNvSpPr>
          <p:nvPr/>
        </p:nvSpPr>
        <p:spPr bwMode="auto">
          <a:xfrm>
            <a:off x="1471612" y="980323"/>
            <a:ext cx="17273116"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Almacenaje en base de datos (EF)</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2E80F6D2-30A4-5F81-1DEA-BFAC6367ACC8}"/>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98FE9C14-70D9-F59F-826A-7434B4B20B3E}"/>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74C61D50-6F41-BCC0-DBC6-CF24236E602A}"/>
              </a:ext>
            </a:extLst>
          </p:cNvPr>
          <p:cNvSpPr>
            <a:spLocks/>
          </p:cNvSpPr>
          <p:nvPr/>
        </p:nvSpPr>
        <p:spPr bwMode="auto">
          <a:xfrm>
            <a:off x="958752" y="2669919"/>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lvl="2" indent="0"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Simplifica sentencias SQL</a:t>
            </a:r>
          </a:p>
          <a:p>
            <a:pPr lvl="2" indent="0" algn="l" defTabSz="647700">
              <a:spcBef>
                <a:spcPts val="1700"/>
              </a:spcBef>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lvl="2" indent="0"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Previene inyección de dependencias</a:t>
            </a:r>
          </a:p>
          <a:p>
            <a:pPr lvl="2" indent="0" algn="l" defTabSz="647700">
              <a:spcBef>
                <a:spcPts val="1700"/>
              </a:spcBef>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lvl="2" indent="0"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Integridad referencial automática</a:t>
            </a:r>
          </a:p>
          <a:p>
            <a:pPr lvl="2" indent="0" algn="l" defTabSz="647700">
              <a:spcBef>
                <a:spcPts val="1700"/>
              </a:spcBef>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lvl="2" indent="0" algn="l" defTabSz="647700">
              <a:spcBef>
                <a:spcPts val="1700"/>
              </a:spcBef>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Facilita el uso de los modelos en el servidor</a:t>
            </a:r>
          </a:p>
          <a:p>
            <a:pPr marL="1257300" lvl="2"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p:txBody>
      </p:sp>
      <p:pic>
        <p:nvPicPr>
          <p:cNvPr id="4" name="Imagen 3">
            <a:extLst>
              <a:ext uri="{FF2B5EF4-FFF2-40B4-BE49-F238E27FC236}">
                <a16:creationId xmlns:a16="http://schemas.microsoft.com/office/drawing/2014/main" id="{16D94906-B11C-AA30-668C-9EA8B1BA6B30}"/>
              </a:ext>
            </a:extLst>
          </p:cNvPr>
          <p:cNvPicPr>
            <a:picLocks noChangeAspect="1"/>
          </p:cNvPicPr>
          <p:nvPr/>
        </p:nvPicPr>
        <p:blipFill>
          <a:blip r:embed="rId3"/>
          <a:stretch>
            <a:fillRect/>
          </a:stretch>
        </p:blipFill>
        <p:spPr>
          <a:xfrm>
            <a:off x="14424248" y="2874550"/>
            <a:ext cx="7707693" cy="4175400"/>
          </a:xfrm>
          <a:prstGeom prst="rect">
            <a:avLst/>
          </a:prstGeom>
        </p:spPr>
      </p:pic>
      <p:grpSp>
        <p:nvGrpSpPr>
          <p:cNvPr id="6" name="Group 245">
            <a:extLst>
              <a:ext uri="{FF2B5EF4-FFF2-40B4-BE49-F238E27FC236}">
                <a16:creationId xmlns:a16="http://schemas.microsoft.com/office/drawing/2014/main" id="{DFB3D42A-3F39-97EC-4A7C-E2C81505B349}"/>
              </a:ext>
            </a:extLst>
          </p:cNvPr>
          <p:cNvGrpSpPr/>
          <p:nvPr/>
        </p:nvGrpSpPr>
        <p:grpSpPr>
          <a:xfrm>
            <a:off x="267793" y="2465512"/>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8" name="Freeform 32">
              <a:extLst>
                <a:ext uri="{FF2B5EF4-FFF2-40B4-BE49-F238E27FC236}">
                  <a16:creationId xmlns:a16="http://schemas.microsoft.com/office/drawing/2014/main" id="{3A2FEE3E-669B-9BA3-7630-FB418D771D91}"/>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3">
              <a:extLst>
                <a:ext uri="{FF2B5EF4-FFF2-40B4-BE49-F238E27FC236}">
                  <a16:creationId xmlns:a16="http://schemas.microsoft.com/office/drawing/2014/main" id="{8C00A3CF-71D5-C177-7B98-570F58D86F9C}"/>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4">
              <a:extLst>
                <a:ext uri="{FF2B5EF4-FFF2-40B4-BE49-F238E27FC236}">
                  <a16:creationId xmlns:a16="http://schemas.microsoft.com/office/drawing/2014/main" id="{C8044128-7826-A262-E0A0-07A94D74D671}"/>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27CE30A8-F586-9FB9-CBBE-94C58D8DAABF}"/>
              </a:ext>
            </a:extLst>
          </p:cNvPr>
          <p:cNvGrpSpPr/>
          <p:nvPr/>
        </p:nvGrpSpPr>
        <p:grpSpPr>
          <a:xfrm flipH="1">
            <a:off x="260213" y="4434866"/>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3D1703C2-9C25-9F3E-DF52-4AEDCF9B4451}"/>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7EBD3AF3-0080-923B-9FD7-4F11159B6D30}"/>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419D1F21-073B-7E05-CC7A-CC51C49031FF}"/>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D96F6DA8-7C21-9BBA-03E6-65B3A48E541B}"/>
              </a:ext>
            </a:extLst>
          </p:cNvPr>
          <p:cNvGrpSpPr/>
          <p:nvPr/>
        </p:nvGrpSpPr>
        <p:grpSpPr>
          <a:xfrm>
            <a:off x="267800" y="6545342"/>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2D3C283F-1420-8A0E-80A3-11F8D9B4FE33}"/>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8E73E47F-FF32-F5B1-A674-1D582531645F}"/>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8D74ADDB-CF28-B97C-825C-DF941909C1E1}"/>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221">
            <a:extLst>
              <a:ext uri="{FF2B5EF4-FFF2-40B4-BE49-F238E27FC236}">
                <a16:creationId xmlns:a16="http://schemas.microsoft.com/office/drawing/2014/main" id="{2737ECFD-F8C4-20EF-13FE-EA1AB53F25E4}"/>
              </a:ext>
            </a:extLst>
          </p:cNvPr>
          <p:cNvGrpSpPr/>
          <p:nvPr/>
        </p:nvGrpSpPr>
        <p:grpSpPr>
          <a:xfrm>
            <a:off x="267808" y="8526791"/>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0" name="Freeform 32">
              <a:extLst>
                <a:ext uri="{FF2B5EF4-FFF2-40B4-BE49-F238E27FC236}">
                  <a16:creationId xmlns:a16="http://schemas.microsoft.com/office/drawing/2014/main" id="{6ADBA041-3293-3E16-1A7E-BD7C045402CF}"/>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505FCFA6-D95C-9888-E9A9-D74473EEDF0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4">
              <a:extLst>
                <a:ext uri="{FF2B5EF4-FFF2-40B4-BE49-F238E27FC236}">
                  <a16:creationId xmlns:a16="http://schemas.microsoft.com/office/drawing/2014/main" id="{8FF8ED09-B3DB-26CD-97A8-F0AD447161DC}"/>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27" name="Imagen 26">
            <a:extLst>
              <a:ext uri="{FF2B5EF4-FFF2-40B4-BE49-F238E27FC236}">
                <a16:creationId xmlns:a16="http://schemas.microsoft.com/office/drawing/2014/main" id="{87D8D478-C4EB-CC86-E33A-6D0E72AF9782}"/>
              </a:ext>
            </a:extLst>
          </p:cNvPr>
          <p:cNvPicPr>
            <a:picLocks noChangeAspect="1"/>
          </p:cNvPicPr>
          <p:nvPr/>
        </p:nvPicPr>
        <p:blipFill>
          <a:blip r:embed="rId4"/>
          <a:stretch>
            <a:fillRect/>
          </a:stretch>
        </p:blipFill>
        <p:spPr>
          <a:xfrm>
            <a:off x="15462368" y="8010128"/>
            <a:ext cx="5730632" cy="3436340"/>
          </a:xfrm>
          <a:prstGeom prst="rect">
            <a:avLst/>
          </a:prstGeom>
        </p:spPr>
      </p:pic>
      <p:sp>
        <p:nvSpPr>
          <p:cNvPr id="3" name="Marcador de número de diapositiva 1">
            <a:extLst>
              <a:ext uri="{FF2B5EF4-FFF2-40B4-BE49-F238E27FC236}">
                <a16:creationId xmlns:a16="http://schemas.microsoft.com/office/drawing/2014/main" id="{BE96C0A7-4862-C1DB-851E-EDECB28E3913}"/>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31</a:t>
            </a:fld>
            <a:endParaRPr lang="es-ES" sz="2400" dirty="0"/>
          </a:p>
        </p:txBody>
      </p:sp>
    </p:spTree>
    <p:extLst>
      <p:ext uri="{BB962C8B-B14F-4D97-AF65-F5344CB8AC3E}">
        <p14:creationId xmlns:p14="http://schemas.microsoft.com/office/powerpoint/2010/main" val="247634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62248-C8B3-ABEB-1C27-91B58C93540A}"/>
            </a:ext>
          </a:extLst>
        </p:cNvPr>
        <p:cNvGrpSpPr/>
        <p:nvPr/>
      </p:nvGrpSpPr>
      <p:grpSpPr>
        <a:xfrm>
          <a:off x="0" y="0"/>
          <a:ext cx="0" cy="0"/>
          <a:chOff x="0" y="0"/>
          <a:chExt cx="0" cy="0"/>
        </a:xfrm>
      </p:grpSpPr>
      <p:sp>
        <p:nvSpPr>
          <p:cNvPr id="25" name="Rectángulo 24">
            <a:extLst>
              <a:ext uri="{FF2B5EF4-FFF2-40B4-BE49-F238E27FC236}">
                <a16:creationId xmlns:a16="http://schemas.microsoft.com/office/drawing/2014/main" id="{A591AEB0-A4C6-3772-FD45-A7C0153BE225}"/>
              </a:ext>
            </a:extLst>
          </p:cNvPr>
          <p:cNvSpPr/>
          <p:nvPr/>
        </p:nvSpPr>
        <p:spPr bwMode="auto">
          <a:xfrm>
            <a:off x="0"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A931FBDC-6061-77F2-636C-B6D15B94CACA}"/>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5" name="AutoShape 2">
            <a:extLst>
              <a:ext uri="{FF2B5EF4-FFF2-40B4-BE49-F238E27FC236}">
                <a16:creationId xmlns:a16="http://schemas.microsoft.com/office/drawing/2014/main" id="{9ED8220A-D71E-97A1-DCB1-C62636353B62}"/>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BF61D8F9-152D-172F-0C8F-F5A3A8B907D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4" name="Imagen 3">
            <a:extLst>
              <a:ext uri="{FF2B5EF4-FFF2-40B4-BE49-F238E27FC236}">
                <a16:creationId xmlns:a16="http://schemas.microsoft.com/office/drawing/2014/main" id="{5B5FF6B7-31BE-4F98-5301-7FCF0871C1EC}"/>
              </a:ext>
            </a:extLst>
          </p:cNvPr>
          <p:cNvPicPr>
            <a:picLocks noChangeAspect="1"/>
          </p:cNvPicPr>
          <p:nvPr/>
        </p:nvPicPr>
        <p:blipFill>
          <a:blip r:embed="rId3"/>
          <a:stretch>
            <a:fillRect/>
          </a:stretch>
        </p:blipFill>
        <p:spPr>
          <a:xfrm>
            <a:off x="1030760" y="3829389"/>
            <a:ext cx="12229111" cy="6624736"/>
          </a:xfrm>
          <a:prstGeom prst="rect">
            <a:avLst/>
          </a:prstGeom>
        </p:spPr>
      </p:pic>
      <p:pic>
        <p:nvPicPr>
          <p:cNvPr id="23" name="Imagen 22">
            <a:extLst>
              <a:ext uri="{FF2B5EF4-FFF2-40B4-BE49-F238E27FC236}">
                <a16:creationId xmlns:a16="http://schemas.microsoft.com/office/drawing/2014/main" id="{5398B83B-3654-7BDC-A1A7-DE224DD68F20}"/>
              </a:ext>
            </a:extLst>
          </p:cNvPr>
          <p:cNvPicPr>
            <a:picLocks noChangeAspect="1"/>
          </p:cNvPicPr>
          <p:nvPr/>
        </p:nvPicPr>
        <p:blipFill>
          <a:blip r:embed="rId4"/>
          <a:stretch>
            <a:fillRect/>
          </a:stretch>
        </p:blipFill>
        <p:spPr>
          <a:xfrm>
            <a:off x="14064208" y="4093186"/>
            <a:ext cx="9486679" cy="5688632"/>
          </a:xfrm>
          <a:prstGeom prst="rect">
            <a:avLst/>
          </a:prstGeom>
        </p:spPr>
      </p:pic>
    </p:spTree>
    <p:extLst>
      <p:ext uri="{BB962C8B-B14F-4D97-AF65-F5344CB8AC3E}">
        <p14:creationId xmlns:p14="http://schemas.microsoft.com/office/powerpoint/2010/main" val="3216425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7BC96-BBD2-74C1-48C0-E0B424DA8F34}"/>
            </a:ext>
          </a:extLst>
        </p:cNvPr>
        <p:cNvGrpSpPr/>
        <p:nvPr/>
      </p:nvGrpSpPr>
      <p:grpSpPr>
        <a:xfrm>
          <a:off x="0" y="0"/>
          <a:ext cx="0" cy="0"/>
          <a:chOff x="0" y="0"/>
          <a:chExt cx="0" cy="0"/>
        </a:xfrm>
      </p:grpSpPr>
      <p:pic>
        <p:nvPicPr>
          <p:cNvPr id="1026" name="Picture 2" descr="Understanding JSON Modeling Simplified 101">
            <a:extLst>
              <a:ext uri="{FF2B5EF4-FFF2-40B4-BE49-F238E27FC236}">
                <a16:creationId xmlns:a16="http://schemas.microsoft.com/office/drawing/2014/main" id="{128A5201-4906-5BD8-94FF-BB8865F40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1327" y="5172299"/>
            <a:ext cx="10646645" cy="3909315"/>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C44AE395-7C33-643F-7D1E-18EA9F0680CA}"/>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2F084D68-6726-259B-4F39-68B2A0D9FAF8}"/>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41C793EB-982C-FE5C-FBCA-721C39415F0C}"/>
              </a:ext>
            </a:extLst>
          </p:cNvPr>
          <p:cNvSpPr>
            <a:spLocks/>
          </p:cNvSpPr>
          <p:nvPr/>
        </p:nvSpPr>
        <p:spPr bwMode="auto">
          <a:xfrm>
            <a:off x="1174776" y="980322"/>
            <a:ext cx="23209224" cy="184522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Autenticación y Autorización con </a:t>
            </a:r>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Verdana" charset="0"/>
              </a:rPr>
              <a:t>JWT (</a:t>
            </a:r>
            <a:r>
              <a:rPr lang="es-ES" sz="8800" b="1" dirty="0" err="1">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Verdana" charset="0"/>
              </a:rPr>
              <a:t>Json</a:t>
            </a:r>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Verdana" charset="0"/>
              </a:rPr>
              <a:t> Web Token)</a:t>
            </a:r>
          </a:p>
        </p:txBody>
      </p:sp>
      <p:sp>
        <p:nvSpPr>
          <p:cNvPr id="5" name="AutoShape 2">
            <a:extLst>
              <a:ext uri="{FF2B5EF4-FFF2-40B4-BE49-F238E27FC236}">
                <a16:creationId xmlns:a16="http://schemas.microsoft.com/office/drawing/2014/main" id="{733D799A-9F91-D865-5404-611864573841}"/>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677FF138-68DE-2590-F033-2E2DA45CD2AC}"/>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8C87D81F-21C1-B422-AF39-5E3103F5D139}"/>
              </a:ext>
            </a:extLst>
          </p:cNvPr>
          <p:cNvSpPr>
            <a:spLocks/>
          </p:cNvSpPr>
          <p:nvPr/>
        </p:nvSpPr>
        <p:spPr bwMode="auto">
          <a:xfrm>
            <a:off x="1274364" y="395189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Creación y cifrado </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Contiene rol, usuario y caducidad</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Determina permisos y acciones disponibles</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Al caducar redirige al inicio de sesión</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grpSp>
        <p:nvGrpSpPr>
          <p:cNvPr id="6" name="Group 245">
            <a:extLst>
              <a:ext uri="{FF2B5EF4-FFF2-40B4-BE49-F238E27FC236}">
                <a16:creationId xmlns:a16="http://schemas.microsoft.com/office/drawing/2014/main" id="{7ECC27EE-3E88-1BFF-2A24-F013058039FA}"/>
              </a:ext>
            </a:extLst>
          </p:cNvPr>
          <p:cNvGrpSpPr/>
          <p:nvPr/>
        </p:nvGrpSpPr>
        <p:grpSpPr>
          <a:xfrm>
            <a:off x="1202356" y="3846721"/>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8" name="Freeform 32">
              <a:extLst>
                <a:ext uri="{FF2B5EF4-FFF2-40B4-BE49-F238E27FC236}">
                  <a16:creationId xmlns:a16="http://schemas.microsoft.com/office/drawing/2014/main" id="{62C819E5-9AEA-932A-E81E-D66EE98748C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3">
              <a:extLst>
                <a:ext uri="{FF2B5EF4-FFF2-40B4-BE49-F238E27FC236}">
                  <a16:creationId xmlns:a16="http://schemas.microsoft.com/office/drawing/2014/main" id="{725B9392-8917-3A68-B706-A173F405B5A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4">
              <a:extLst>
                <a:ext uri="{FF2B5EF4-FFF2-40B4-BE49-F238E27FC236}">
                  <a16:creationId xmlns:a16="http://schemas.microsoft.com/office/drawing/2014/main" id="{E86C5FBF-99D0-1A3F-88A7-8D634D255744}"/>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1" name="Group 213">
            <a:extLst>
              <a:ext uri="{FF2B5EF4-FFF2-40B4-BE49-F238E27FC236}">
                <a16:creationId xmlns:a16="http://schemas.microsoft.com/office/drawing/2014/main" id="{32E450E6-04DB-DC9D-F767-A78A2699F484}"/>
              </a:ext>
            </a:extLst>
          </p:cNvPr>
          <p:cNvGrpSpPr/>
          <p:nvPr/>
        </p:nvGrpSpPr>
        <p:grpSpPr>
          <a:xfrm flipH="1">
            <a:off x="1194776" y="5816075"/>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2" name="Freeform 32">
              <a:extLst>
                <a:ext uri="{FF2B5EF4-FFF2-40B4-BE49-F238E27FC236}">
                  <a16:creationId xmlns:a16="http://schemas.microsoft.com/office/drawing/2014/main" id="{9677B227-62EB-610D-D071-84569C80CF89}"/>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3">
              <a:extLst>
                <a:ext uri="{FF2B5EF4-FFF2-40B4-BE49-F238E27FC236}">
                  <a16:creationId xmlns:a16="http://schemas.microsoft.com/office/drawing/2014/main" id="{D8827DA7-5E54-BEFF-68B8-3050CCB89BEF}"/>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34">
              <a:extLst>
                <a:ext uri="{FF2B5EF4-FFF2-40B4-BE49-F238E27FC236}">
                  <a16:creationId xmlns:a16="http://schemas.microsoft.com/office/drawing/2014/main" id="{87A1ACE7-B4E0-C781-88E3-A42E061D472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217">
            <a:extLst>
              <a:ext uri="{FF2B5EF4-FFF2-40B4-BE49-F238E27FC236}">
                <a16:creationId xmlns:a16="http://schemas.microsoft.com/office/drawing/2014/main" id="{43C738E1-A73B-1D26-921E-312F4DC3398B}"/>
              </a:ext>
            </a:extLst>
          </p:cNvPr>
          <p:cNvGrpSpPr/>
          <p:nvPr/>
        </p:nvGrpSpPr>
        <p:grpSpPr>
          <a:xfrm>
            <a:off x="1202363" y="7926551"/>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6" name="Freeform 32">
              <a:extLst>
                <a:ext uri="{FF2B5EF4-FFF2-40B4-BE49-F238E27FC236}">
                  <a16:creationId xmlns:a16="http://schemas.microsoft.com/office/drawing/2014/main" id="{48F1ED87-037B-1AC1-7566-C03C5C5AE4C7}"/>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3">
              <a:extLst>
                <a:ext uri="{FF2B5EF4-FFF2-40B4-BE49-F238E27FC236}">
                  <a16:creationId xmlns:a16="http://schemas.microsoft.com/office/drawing/2014/main" id="{1E34AF22-7DE0-EF1C-F72B-ED4E06161B93}"/>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34">
              <a:extLst>
                <a:ext uri="{FF2B5EF4-FFF2-40B4-BE49-F238E27FC236}">
                  <a16:creationId xmlns:a16="http://schemas.microsoft.com/office/drawing/2014/main" id="{BE971EB6-0F83-EDD6-A363-A94D5AC65369}"/>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 name="Group 221">
            <a:extLst>
              <a:ext uri="{FF2B5EF4-FFF2-40B4-BE49-F238E27FC236}">
                <a16:creationId xmlns:a16="http://schemas.microsoft.com/office/drawing/2014/main" id="{8FEFF7C0-FD71-1005-8A12-FB2F579E85F1}"/>
              </a:ext>
            </a:extLst>
          </p:cNvPr>
          <p:cNvGrpSpPr/>
          <p:nvPr/>
        </p:nvGrpSpPr>
        <p:grpSpPr>
          <a:xfrm>
            <a:off x="1159584" y="9865940"/>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20" name="Freeform 32">
              <a:extLst>
                <a:ext uri="{FF2B5EF4-FFF2-40B4-BE49-F238E27FC236}">
                  <a16:creationId xmlns:a16="http://schemas.microsoft.com/office/drawing/2014/main" id="{00239085-1BEF-7814-0397-66B673227BAF}"/>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45B72FE9-4F40-98FD-9B35-0454A98D1953}"/>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34">
              <a:extLst>
                <a:ext uri="{FF2B5EF4-FFF2-40B4-BE49-F238E27FC236}">
                  <a16:creationId xmlns:a16="http://schemas.microsoft.com/office/drawing/2014/main" id="{29AB57A6-1E25-03AD-787E-5AEB6AE3274C}"/>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 name="Marcador de número de diapositiva 1">
            <a:extLst>
              <a:ext uri="{FF2B5EF4-FFF2-40B4-BE49-F238E27FC236}">
                <a16:creationId xmlns:a16="http://schemas.microsoft.com/office/drawing/2014/main" id="{D3BB8175-D6EC-2F84-1123-58E494D7FF47}"/>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33</a:t>
            </a:fld>
            <a:endParaRPr lang="es-ES" sz="2400" dirty="0"/>
          </a:p>
        </p:txBody>
      </p:sp>
    </p:spTree>
    <p:extLst>
      <p:ext uri="{BB962C8B-B14F-4D97-AF65-F5344CB8AC3E}">
        <p14:creationId xmlns:p14="http://schemas.microsoft.com/office/powerpoint/2010/main" val="682328312"/>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751D-728E-0942-8FBF-6897A73D291B}"/>
            </a:ext>
          </a:extLst>
        </p:cNvPr>
        <p:cNvGrpSpPr/>
        <p:nvPr/>
      </p:nvGrpSpPr>
      <p:grpSpPr>
        <a:xfrm>
          <a:off x="0" y="0"/>
          <a:ext cx="0" cy="0"/>
          <a:chOff x="0" y="0"/>
          <a:chExt cx="0" cy="0"/>
        </a:xfrm>
      </p:grpSpPr>
      <p:pic>
        <p:nvPicPr>
          <p:cNvPr id="2050" name="Picture 2" descr="Coge esta imagen y cambiale el fondo que tiene por algo transparente">
            <a:extLst>
              <a:ext uri="{FF2B5EF4-FFF2-40B4-BE49-F238E27FC236}">
                <a16:creationId xmlns:a16="http://schemas.microsoft.com/office/drawing/2014/main" id="{F4AD4904-03B1-9DB8-A2EF-8CBA74ADB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7416" y="1577862"/>
            <a:ext cx="12016235" cy="12016235"/>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ED4BDDE7-FDEB-034B-E79C-4BA849D76756}"/>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8FD7C6F9-0510-9EB5-09AA-BD34E1E33E0F}"/>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301D035C-AB86-D609-A0FD-D7544C0A1DDA}"/>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Servicios auxiliares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77E8A1E7-BA0F-0EC2-B91B-1FF53C2A6239}"/>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149F23CC-1F86-4666-9BEF-3AE3379D899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FC81220A-D1A5-03CC-FC05-B203D56F3320}"/>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Servicio de correo</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Interceptores</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Guardas de autenticación</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Archivos de configuración</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Despliegue en Docker</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grpSp>
        <p:nvGrpSpPr>
          <p:cNvPr id="4" name="Group 245">
            <a:extLst>
              <a:ext uri="{FF2B5EF4-FFF2-40B4-BE49-F238E27FC236}">
                <a16:creationId xmlns:a16="http://schemas.microsoft.com/office/drawing/2014/main" id="{9B76E865-1DB5-4F28-35F7-30069427BB40}"/>
              </a:ext>
            </a:extLst>
          </p:cNvPr>
          <p:cNvGrpSpPr/>
          <p:nvPr/>
        </p:nvGrpSpPr>
        <p:grpSpPr>
          <a:xfrm>
            <a:off x="1606824" y="2720381"/>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6" name="Freeform 32">
              <a:extLst>
                <a:ext uri="{FF2B5EF4-FFF2-40B4-BE49-F238E27FC236}">
                  <a16:creationId xmlns:a16="http://schemas.microsoft.com/office/drawing/2014/main" id="{EA8690F5-E77E-9BA8-385E-F5A1DE4D0FD0}"/>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3">
              <a:extLst>
                <a:ext uri="{FF2B5EF4-FFF2-40B4-BE49-F238E27FC236}">
                  <a16:creationId xmlns:a16="http://schemas.microsoft.com/office/drawing/2014/main" id="{326CDE35-B8EC-2D9B-384E-39ECCA6FF20C}"/>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80CE38DA-CE38-07B9-9979-8286CA796041}"/>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 name="Group 213">
            <a:extLst>
              <a:ext uri="{FF2B5EF4-FFF2-40B4-BE49-F238E27FC236}">
                <a16:creationId xmlns:a16="http://schemas.microsoft.com/office/drawing/2014/main" id="{6C7E86C2-FF6F-07DD-A672-F58770E9E031}"/>
              </a:ext>
            </a:extLst>
          </p:cNvPr>
          <p:cNvGrpSpPr/>
          <p:nvPr/>
        </p:nvGrpSpPr>
        <p:grpSpPr>
          <a:xfrm flipH="1">
            <a:off x="1599244" y="4689735"/>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1" name="Freeform 32">
              <a:extLst>
                <a:ext uri="{FF2B5EF4-FFF2-40B4-BE49-F238E27FC236}">
                  <a16:creationId xmlns:a16="http://schemas.microsoft.com/office/drawing/2014/main" id="{2A8B4C8A-4D82-5A9D-9FAF-BE4EA5956D3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3">
              <a:extLst>
                <a:ext uri="{FF2B5EF4-FFF2-40B4-BE49-F238E27FC236}">
                  <a16:creationId xmlns:a16="http://schemas.microsoft.com/office/drawing/2014/main" id="{B2515485-691B-BA51-F969-8E9738A3C7B4}"/>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4">
              <a:extLst>
                <a:ext uri="{FF2B5EF4-FFF2-40B4-BE49-F238E27FC236}">
                  <a16:creationId xmlns:a16="http://schemas.microsoft.com/office/drawing/2014/main" id="{B6994B26-7AB2-4347-EF39-C27E43EF6F8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 name="Group 217">
            <a:extLst>
              <a:ext uri="{FF2B5EF4-FFF2-40B4-BE49-F238E27FC236}">
                <a16:creationId xmlns:a16="http://schemas.microsoft.com/office/drawing/2014/main" id="{F634F87D-BF44-F1F1-59BD-79D5CC2AF46B}"/>
              </a:ext>
            </a:extLst>
          </p:cNvPr>
          <p:cNvGrpSpPr/>
          <p:nvPr/>
        </p:nvGrpSpPr>
        <p:grpSpPr>
          <a:xfrm>
            <a:off x="1606831" y="6800211"/>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5" name="Freeform 32">
              <a:extLst>
                <a:ext uri="{FF2B5EF4-FFF2-40B4-BE49-F238E27FC236}">
                  <a16:creationId xmlns:a16="http://schemas.microsoft.com/office/drawing/2014/main" id="{988AA484-397F-BD02-BEB9-064E9C546B0A}"/>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3">
              <a:extLst>
                <a:ext uri="{FF2B5EF4-FFF2-40B4-BE49-F238E27FC236}">
                  <a16:creationId xmlns:a16="http://schemas.microsoft.com/office/drawing/2014/main" id="{0EF01169-B270-B980-A8B8-BA6EA20212B2}"/>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4">
              <a:extLst>
                <a:ext uri="{FF2B5EF4-FFF2-40B4-BE49-F238E27FC236}">
                  <a16:creationId xmlns:a16="http://schemas.microsoft.com/office/drawing/2014/main" id="{8C184086-D45E-249A-4922-E36C23B275BA}"/>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 221">
            <a:extLst>
              <a:ext uri="{FF2B5EF4-FFF2-40B4-BE49-F238E27FC236}">
                <a16:creationId xmlns:a16="http://schemas.microsoft.com/office/drawing/2014/main" id="{4F4397C1-361E-AE74-FEB8-99479D6FE8F3}"/>
              </a:ext>
            </a:extLst>
          </p:cNvPr>
          <p:cNvGrpSpPr/>
          <p:nvPr/>
        </p:nvGrpSpPr>
        <p:grpSpPr>
          <a:xfrm>
            <a:off x="1606830" y="8794851"/>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19" name="Freeform 32">
              <a:extLst>
                <a:ext uri="{FF2B5EF4-FFF2-40B4-BE49-F238E27FC236}">
                  <a16:creationId xmlns:a16="http://schemas.microsoft.com/office/drawing/2014/main" id="{FA101D26-6E40-C8FC-DAEA-9778B783BCE1}"/>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33">
              <a:extLst>
                <a:ext uri="{FF2B5EF4-FFF2-40B4-BE49-F238E27FC236}">
                  <a16:creationId xmlns:a16="http://schemas.microsoft.com/office/drawing/2014/main" id="{21185239-A733-986F-C187-7A2C69EBD3F9}"/>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4">
              <a:extLst>
                <a:ext uri="{FF2B5EF4-FFF2-40B4-BE49-F238E27FC236}">
                  <a16:creationId xmlns:a16="http://schemas.microsoft.com/office/drawing/2014/main" id="{993FB2B8-9D37-0E8B-39FF-64B2DBA48DED}"/>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2" name="Group 245">
            <a:extLst>
              <a:ext uri="{FF2B5EF4-FFF2-40B4-BE49-F238E27FC236}">
                <a16:creationId xmlns:a16="http://schemas.microsoft.com/office/drawing/2014/main" id="{2C790529-1725-B0FB-765F-CA4DD796B149}"/>
              </a:ext>
            </a:extLst>
          </p:cNvPr>
          <p:cNvGrpSpPr/>
          <p:nvPr/>
        </p:nvGrpSpPr>
        <p:grpSpPr>
          <a:xfrm>
            <a:off x="1614398" y="10876359"/>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23" name="Freeform 32">
              <a:extLst>
                <a:ext uri="{FF2B5EF4-FFF2-40B4-BE49-F238E27FC236}">
                  <a16:creationId xmlns:a16="http://schemas.microsoft.com/office/drawing/2014/main" id="{3A0DE928-2FCB-AEC6-1CE1-11F5F6361DC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33">
              <a:extLst>
                <a:ext uri="{FF2B5EF4-FFF2-40B4-BE49-F238E27FC236}">
                  <a16:creationId xmlns:a16="http://schemas.microsoft.com/office/drawing/2014/main" id="{84D7221C-8546-5498-FF58-6C7720658405}"/>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34">
              <a:extLst>
                <a:ext uri="{FF2B5EF4-FFF2-40B4-BE49-F238E27FC236}">
                  <a16:creationId xmlns:a16="http://schemas.microsoft.com/office/drawing/2014/main" id="{282FEF1B-7EAA-E883-AC10-964902C9825E}"/>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6" name="Marcador de número de diapositiva 1">
            <a:extLst>
              <a:ext uri="{FF2B5EF4-FFF2-40B4-BE49-F238E27FC236}">
                <a16:creationId xmlns:a16="http://schemas.microsoft.com/office/drawing/2014/main" id="{DB9EDFB3-9C2C-6A4D-28FE-470ED3ACAAA1}"/>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34</a:t>
            </a:fld>
            <a:endParaRPr lang="es-ES" sz="2400" dirty="0"/>
          </a:p>
        </p:txBody>
      </p:sp>
    </p:spTree>
    <p:extLst>
      <p:ext uri="{BB962C8B-B14F-4D97-AF65-F5344CB8AC3E}">
        <p14:creationId xmlns:p14="http://schemas.microsoft.com/office/powerpoint/2010/main" val="753215735"/>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2CD2-1234-F6F9-BF57-3DEC3C7AE7B8}"/>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17CC2A9C-D77B-5592-EC93-00E98ECE4BE4}"/>
              </a:ext>
            </a:extLst>
          </p:cNvPr>
          <p:cNvSpPr>
            <a:spLocks noGrp="1"/>
          </p:cNvSpPr>
          <p:nvPr>
            <p:ph type="body" sz="quarter" idx="13"/>
          </p:nvPr>
        </p:nvSpPr>
        <p:spPr>
          <a:xfrm>
            <a:off x="14280232" y="5741988"/>
            <a:ext cx="9721181" cy="3636962"/>
          </a:xfrm>
        </p:spPr>
        <p:txBody>
          <a:bodyPr/>
          <a:lstStyle/>
          <a:p>
            <a:r>
              <a:rPr lang="es-ES" dirty="0"/>
              <a:t>Conclusiones y pruebas</a:t>
            </a:r>
          </a:p>
        </p:txBody>
      </p:sp>
      <p:sp>
        <p:nvSpPr>
          <p:cNvPr id="9" name="AutoShape 4">
            <a:extLst>
              <a:ext uri="{FF2B5EF4-FFF2-40B4-BE49-F238E27FC236}">
                <a16:creationId xmlns:a16="http://schemas.microsoft.com/office/drawing/2014/main" id="{C3229D5B-6905-575C-E179-70928509D3F4}"/>
              </a:ext>
            </a:extLst>
          </p:cNvPr>
          <p:cNvSpPr>
            <a:spLocks/>
          </p:cNvSpPr>
          <p:nvPr/>
        </p:nvSpPr>
        <p:spPr bwMode="auto">
          <a:xfrm>
            <a:off x="499072" y="9048132"/>
            <a:ext cx="13061080"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defRPr/>
            </a:pPr>
            <a:r>
              <a:rPr lang="es-ES" sz="6000" dirty="0">
                <a:latin typeface="Roboto SemiBold" panose="02000000000000000000" pitchFamily="2" charset="0"/>
                <a:ea typeface="Roboto SemiBold" panose="02000000000000000000" pitchFamily="2" charset="0"/>
              </a:rPr>
              <a:t>Pruebas de Accesibilidad</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Pruebas de usabilidad</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Conclusiones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Trabajos futuros</a:t>
            </a:r>
          </a:p>
          <a:p>
            <a:pPr algn="l">
              <a:defRPr/>
            </a:pPr>
            <a:endParaRPr lang="es-ES" sz="6000" dirty="0">
              <a:latin typeface="Roboto SemiBold" panose="02000000000000000000" pitchFamily="2" charset="0"/>
              <a:ea typeface="Roboto SemiBold" panose="02000000000000000000" pitchFamily="2" charset="0"/>
            </a:endParaRPr>
          </a:p>
          <a:p>
            <a:pPr algn="l">
              <a:defRPr/>
            </a:pPr>
            <a:r>
              <a:rPr lang="es-ES" sz="6000" dirty="0">
                <a:latin typeface="Roboto SemiBold" panose="02000000000000000000" pitchFamily="2" charset="0"/>
                <a:ea typeface="Roboto SemiBold" panose="02000000000000000000" pitchFamily="2" charset="0"/>
              </a:rPr>
              <a:t>			</a:t>
            </a:r>
          </a:p>
          <a:p>
            <a:pPr algn="l">
              <a:defRPr/>
            </a:pPr>
            <a:r>
              <a:rPr lang="es-ES" sz="6000" dirty="0">
                <a:latin typeface="Roboto SemiBold" panose="02000000000000000000" pitchFamily="2" charset="0"/>
                <a:ea typeface="Roboto SemiBold" panose="02000000000000000000" pitchFamily="2" charset="0"/>
              </a:rPr>
              <a:t>		 		</a:t>
            </a:r>
          </a:p>
        </p:txBody>
      </p:sp>
      <p:sp>
        <p:nvSpPr>
          <p:cNvPr id="10" name="AutoShape 4">
            <a:extLst>
              <a:ext uri="{FF2B5EF4-FFF2-40B4-BE49-F238E27FC236}">
                <a16:creationId xmlns:a16="http://schemas.microsoft.com/office/drawing/2014/main" id="{F4D631EB-EE23-191F-60B5-26D51C1F5285}"/>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3A9616A4-C531-0534-716D-9854C5E9F499}"/>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5A82B689-B03A-A432-D355-C810C52B737B}"/>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2" name="CuadroTexto 1">
            <a:extLst>
              <a:ext uri="{FF2B5EF4-FFF2-40B4-BE49-F238E27FC236}">
                <a16:creationId xmlns:a16="http://schemas.microsoft.com/office/drawing/2014/main" id="{9705E602-C39C-0C3B-98CD-1CD1989E3C2A}"/>
              </a:ext>
            </a:extLst>
          </p:cNvPr>
          <p:cNvSpPr txBox="1"/>
          <p:nvPr/>
        </p:nvSpPr>
        <p:spPr>
          <a:xfrm>
            <a:off x="2830960" y="9018240"/>
            <a:ext cx="8784976" cy="1080120"/>
          </a:xfrm>
          <a:prstGeom prst="rect">
            <a:avLst/>
          </a:prstGeom>
        </p:spPr>
        <p:txBody>
          <a:bodyPr wrap="square" rtlCol="0">
            <a:spAutoFit/>
          </a:bodyPr>
          <a:lstStyle/>
          <a:p>
            <a:endParaRPr lang="es-ES" dirty="0"/>
          </a:p>
        </p:txBody>
      </p:sp>
    </p:spTree>
    <p:extLst>
      <p:ext uri="{BB962C8B-B14F-4D97-AF65-F5344CB8AC3E}">
        <p14:creationId xmlns:p14="http://schemas.microsoft.com/office/powerpoint/2010/main" val="187508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1+#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A7B2-821E-FDC9-1B84-2534AF443AA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221A7C1-88B2-58E7-1331-278643B00901}"/>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8" name="AutoShape 4">
            <a:extLst>
              <a:ext uri="{FF2B5EF4-FFF2-40B4-BE49-F238E27FC236}">
                <a16:creationId xmlns:a16="http://schemas.microsoft.com/office/drawing/2014/main" id="{4DC70F99-5FC2-614D-ACCD-EB2E537AD4D8}"/>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Pruebas de Accesibilidad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C8E8CBEF-A0B5-0964-D5F8-8B1C444161C6}"/>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700538D7-5C34-03CB-0729-1CDD0EFABDCE}"/>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3" name="Imagen 2">
            <a:extLst>
              <a:ext uri="{FF2B5EF4-FFF2-40B4-BE49-F238E27FC236}">
                <a16:creationId xmlns:a16="http://schemas.microsoft.com/office/drawing/2014/main" id="{8BC88A0C-099D-160B-7E30-57A8846EDF58}"/>
              </a:ext>
            </a:extLst>
          </p:cNvPr>
          <p:cNvPicPr>
            <a:picLocks noChangeAspect="1"/>
          </p:cNvPicPr>
          <p:nvPr/>
        </p:nvPicPr>
        <p:blipFill>
          <a:blip r:embed="rId3"/>
          <a:stretch>
            <a:fillRect/>
          </a:stretch>
        </p:blipFill>
        <p:spPr>
          <a:xfrm>
            <a:off x="1390800" y="5489848"/>
            <a:ext cx="13285756" cy="5896272"/>
          </a:xfrm>
          <a:prstGeom prst="rect">
            <a:avLst/>
          </a:prstGeom>
        </p:spPr>
      </p:pic>
      <p:pic>
        <p:nvPicPr>
          <p:cNvPr id="6" name="Imagen 5">
            <a:extLst>
              <a:ext uri="{FF2B5EF4-FFF2-40B4-BE49-F238E27FC236}">
                <a16:creationId xmlns:a16="http://schemas.microsoft.com/office/drawing/2014/main" id="{B7D07BC1-D9CE-6689-D205-BCCDE419D001}"/>
              </a:ext>
            </a:extLst>
          </p:cNvPr>
          <p:cNvPicPr>
            <a:picLocks noChangeAspect="1"/>
          </p:cNvPicPr>
          <p:nvPr/>
        </p:nvPicPr>
        <p:blipFill>
          <a:blip r:embed="rId4"/>
          <a:stretch>
            <a:fillRect/>
          </a:stretch>
        </p:blipFill>
        <p:spPr>
          <a:xfrm>
            <a:off x="16569170" y="4265712"/>
            <a:ext cx="5976664" cy="8194954"/>
          </a:xfrm>
          <a:prstGeom prst="rect">
            <a:avLst/>
          </a:prstGeom>
        </p:spPr>
      </p:pic>
      <p:sp>
        <p:nvSpPr>
          <p:cNvPr id="8" name="AutoShape 5">
            <a:extLst>
              <a:ext uri="{FF2B5EF4-FFF2-40B4-BE49-F238E27FC236}">
                <a16:creationId xmlns:a16="http://schemas.microsoft.com/office/drawing/2014/main" id="{83192CC5-3564-D0D4-99FE-30D05EC78022}"/>
              </a:ext>
            </a:extLst>
          </p:cNvPr>
          <p:cNvSpPr>
            <a:spLocks/>
          </p:cNvSpPr>
          <p:nvPr/>
        </p:nvSpPr>
        <p:spPr bwMode="auto">
          <a:xfrm>
            <a:off x="1696120" y="2823552"/>
            <a:ext cx="21216268"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4 Combinaciones: Tema (Claro/Oscuro) y Formato (Móvil/Ordenador)</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p:txBody>
      </p:sp>
      <p:grpSp>
        <p:nvGrpSpPr>
          <p:cNvPr id="4" name="Group 245">
            <a:extLst>
              <a:ext uri="{FF2B5EF4-FFF2-40B4-BE49-F238E27FC236}">
                <a16:creationId xmlns:a16="http://schemas.microsoft.com/office/drawing/2014/main" id="{A4A2827D-C52B-9880-4715-392194E3C149}"/>
              </a:ext>
            </a:extLst>
          </p:cNvPr>
          <p:cNvGrpSpPr/>
          <p:nvPr/>
        </p:nvGrpSpPr>
        <p:grpSpPr>
          <a:xfrm>
            <a:off x="1606824" y="2602159"/>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9" name="Freeform 32">
              <a:extLst>
                <a:ext uri="{FF2B5EF4-FFF2-40B4-BE49-F238E27FC236}">
                  <a16:creationId xmlns:a16="http://schemas.microsoft.com/office/drawing/2014/main" id="{2868CE86-A54D-32BA-6FEF-B0581F6E891B}"/>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33">
              <a:extLst>
                <a:ext uri="{FF2B5EF4-FFF2-40B4-BE49-F238E27FC236}">
                  <a16:creationId xmlns:a16="http://schemas.microsoft.com/office/drawing/2014/main" id="{854882C6-F75B-4B24-90CE-A17FB35B612F}"/>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34">
              <a:extLst>
                <a:ext uri="{FF2B5EF4-FFF2-40B4-BE49-F238E27FC236}">
                  <a16:creationId xmlns:a16="http://schemas.microsoft.com/office/drawing/2014/main" id="{68E7F26D-4D66-CF93-5F89-38C035A9F12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2" name="Marcador de número de diapositiva 1">
            <a:extLst>
              <a:ext uri="{FF2B5EF4-FFF2-40B4-BE49-F238E27FC236}">
                <a16:creationId xmlns:a16="http://schemas.microsoft.com/office/drawing/2014/main" id="{E9AB75EE-A705-1363-C463-A592FA6BFFEA}"/>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36</a:t>
            </a:fld>
            <a:endParaRPr lang="es-ES" sz="2400" dirty="0"/>
          </a:p>
        </p:txBody>
      </p:sp>
    </p:spTree>
    <p:extLst>
      <p:ext uri="{BB962C8B-B14F-4D97-AF65-F5344CB8AC3E}">
        <p14:creationId xmlns:p14="http://schemas.microsoft.com/office/powerpoint/2010/main" val="3024047920"/>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F472-40BC-6698-9DBA-8E91ECA77D5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DF9D42CA-5FF8-365A-F142-8716690A11FE}"/>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C9653EE8-2722-60AF-94FF-7F5C6CBBB64C}"/>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5DE55C51-0C5F-33E7-9523-0242FA1036C9}"/>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Pruebas de Usabilidad</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98341B3B-C008-3133-D4EC-3465C99073DE}"/>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830BBBE0-FF5B-8B36-06E2-E383BC3408C2}"/>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6" name="Imagen 5">
            <a:extLst>
              <a:ext uri="{FF2B5EF4-FFF2-40B4-BE49-F238E27FC236}">
                <a16:creationId xmlns:a16="http://schemas.microsoft.com/office/drawing/2014/main" id="{87C3BFA3-EF59-F51D-4BEE-28A2204A61C5}"/>
              </a:ext>
            </a:extLst>
          </p:cNvPr>
          <p:cNvPicPr>
            <a:picLocks noChangeAspect="1"/>
          </p:cNvPicPr>
          <p:nvPr/>
        </p:nvPicPr>
        <p:blipFill>
          <a:blip r:embed="rId3"/>
          <a:stretch>
            <a:fillRect/>
          </a:stretch>
        </p:blipFill>
        <p:spPr>
          <a:xfrm>
            <a:off x="2038872" y="2781766"/>
            <a:ext cx="18002000" cy="9461334"/>
          </a:xfrm>
          <a:prstGeom prst="rect">
            <a:avLst/>
          </a:prstGeom>
        </p:spPr>
      </p:pic>
      <p:sp>
        <p:nvSpPr>
          <p:cNvPr id="3" name="Marcador de número de diapositiva 1">
            <a:extLst>
              <a:ext uri="{FF2B5EF4-FFF2-40B4-BE49-F238E27FC236}">
                <a16:creationId xmlns:a16="http://schemas.microsoft.com/office/drawing/2014/main" id="{85C18571-46F8-ECCF-A39E-38E2C9D12514}"/>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37</a:t>
            </a:fld>
            <a:endParaRPr lang="es-ES" sz="2400" dirty="0"/>
          </a:p>
        </p:txBody>
      </p:sp>
    </p:spTree>
    <p:extLst>
      <p:ext uri="{BB962C8B-B14F-4D97-AF65-F5344CB8AC3E}">
        <p14:creationId xmlns:p14="http://schemas.microsoft.com/office/powerpoint/2010/main" val="3270508552"/>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F3CA-CFA4-3AB0-D3B6-9235DD3B7300}"/>
            </a:ext>
          </a:extLst>
        </p:cNvPr>
        <p:cNvGrpSpPr/>
        <p:nvPr/>
      </p:nvGrpSpPr>
      <p:grpSpPr>
        <a:xfrm>
          <a:off x="0" y="0"/>
          <a:ext cx="0" cy="0"/>
          <a:chOff x="0" y="0"/>
          <a:chExt cx="0" cy="0"/>
        </a:xfrm>
      </p:grpSpPr>
      <p:sp>
        <p:nvSpPr>
          <p:cNvPr id="21" name="Rectángulo 20">
            <a:extLst>
              <a:ext uri="{FF2B5EF4-FFF2-40B4-BE49-F238E27FC236}">
                <a16:creationId xmlns:a16="http://schemas.microsoft.com/office/drawing/2014/main" id="{EAAFAE37-9620-6816-43EE-04D0253F564A}"/>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AD997DAE-442C-9ABC-3EC6-9EF48B61964A}"/>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1AD15852-AFCB-CF1C-4EC0-2F933DD54A5D}"/>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Conclusiones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92D62150-B6E1-3562-510C-87890849AC6B}"/>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729918E0-E86D-7E85-998D-848BD477E2D5}"/>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413FE533-DBB2-AC02-2476-94F177EAF339}"/>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1257300" lvl="2"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Diseño y arquitectura de aplicaciones web</a:t>
            </a:r>
          </a:p>
          <a:p>
            <a:pPr marL="1257300" lvl="2"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Seguridad y Autenticación</a:t>
            </a:r>
          </a:p>
          <a:p>
            <a:pPr marL="1257300" lvl="2"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Despliegue en Docker</a:t>
            </a:r>
          </a:p>
          <a:p>
            <a:pPr marL="1257300" lvl="2" indent="-571500" algn="l" defTabSz="647700">
              <a:spcBef>
                <a:spcPts val="1700"/>
              </a:spcBef>
              <a:buFontTx/>
              <a:buChar char="-"/>
              <a:defRPr/>
            </a:pP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Verdana" charset="0"/>
                <a:ea typeface="ＭＳ Ｐゴシック" charset="0"/>
                <a:cs typeface="Verdana" charset="0"/>
                <a:sym typeface="Verdana" charset="0"/>
              </a:rPr>
              <a:t>Diseño y consumo de API </a:t>
            </a:r>
            <a:r>
              <a:rPr lang="es-ES" sz="5400" dirty="0" err="1">
                <a:solidFill>
                  <a:schemeClr val="tx1">
                    <a:lumMod val="85000"/>
                    <a:lumOff val="15000"/>
                  </a:schemeClr>
                </a:solidFill>
                <a:latin typeface="Verdana" charset="0"/>
                <a:ea typeface="ＭＳ Ｐゴシック" charset="0"/>
                <a:cs typeface="Verdana" charset="0"/>
                <a:sym typeface="Verdana" charset="0"/>
              </a:rPr>
              <a:t>Rest</a:t>
            </a:r>
            <a:endParaRPr lang="es-ES" sz="5400" dirty="0">
              <a:solidFill>
                <a:schemeClr val="tx1">
                  <a:lumMod val="85000"/>
                  <a:lumOff val="15000"/>
                </a:schemeClr>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endParaRPr lang="es-ES" sz="5400" dirty="0">
              <a:solidFill>
                <a:srgbClr val="929292"/>
              </a:solidFill>
              <a:latin typeface="Verdana" charset="0"/>
              <a:ea typeface="ＭＳ Ｐゴシック" charset="0"/>
              <a:cs typeface="Verdana" charset="0"/>
              <a:sym typeface="Verdana" charset="0"/>
            </a:endParaRPr>
          </a:p>
          <a:p>
            <a:pPr marL="914400" lvl="1" indent="-571500" algn="l" defTabSz="647700">
              <a:spcBef>
                <a:spcPts val="1700"/>
              </a:spcBef>
              <a:buFontTx/>
              <a:buChar char="-"/>
              <a:defRPr/>
            </a:pPr>
            <a:endParaRPr lang="es-ES" sz="5400" dirty="0">
              <a:solidFill>
                <a:srgbClr val="929292"/>
              </a:solidFill>
              <a:latin typeface="Verdana" charset="0"/>
              <a:ea typeface="ＭＳ Ｐゴシック" charset="0"/>
              <a:cs typeface="Verdana" charset="0"/>
              <a:sym typeface="Verdana" charset="0"/>
            </a:endParaRPr>
          </a:p>
        </p:txBody>
      </p:sp>
      <p:grpSp>
        <p:nvGrpSpPr>
          <p:cNvPr id="3" name="Group 245">
            <a:extLst>
              <a:ext uri="{FF2B5EF4-FFF2-40B4-BE49-F238E27FC236}">
                <a16:creationId xmlns:a16="http://schemas.microsoft.com/office/drawing/2014/main" id="{784024FE-6459-D424-D4A5-9FD7F7335716}"/>
              </a:ext>
            </a:extLst>
          </p:cNvPr>
          <p:cNvGrpSpPr/>
          <p:nvPr/>
        </p:nvGrpSpPr>
        <p:grpSpPr>
          <a:xfrm>
            <a:off x="1606824" y="2720381"/>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4" name="Freeform 32">
              <a:extLst>
                <a:ext uri="{FF2B5EF4-FFF2-40B4-BE49-F238E27FC236}">
                  <a16:creationId xmlns:a16="http://schemas.microsoft.com/office/drawing/2014/main" id="{48FF919F-00C7-879E-D862-BB02042B7299}"/>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Freeform 33">
              <a:extLst>
                <a:ext uri="{FF2B5EF4-FFF2-40B4-BE49-F238E27FC236}">
                  <a16:creationId xmlns:a16="http://schemas.microsoft.com/office/drawing/2014/main" id="{AFBBED97-67FC-510F-3527-23A894DF4A33}"/>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4">
              <a:extLst>
                <a:ext uri="{FF2B5EF4-FFF2-40B4-BE49-F238E27FC236}">
                  <a16:creationId xmlns:a16="http://schemas.microsoft.com/office/drawing/2014/main" id="{9BD24D9F-2557-03DB-8A6F-7AECDE80CD38}"/>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9" name="Group 213">
            <a:extLst>
              <a:ext uri="{FF2B5EF4-FFF2-40B4-BE49-F238E27FC236}">
                <a16:creationId xmlns:a16="http://schemas.microsoft.com/office/drawing/2014/main" id="{AE0D4155-DEF7-E78B-F6D4-F47DEFF623E0}"/>
              </a:ext>
            </a:extLst>
          </p:cNvPr>
          <p:cNvGrpSpPr/>
          <p:nvPr/>
        </p:nvGrpSpPr>
        <p:grpSpPr>
          <a:xfrm flipH="1">
            <a:off x="1599244" y="4689735"/>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0" name="Freeform 32">
              <a:extLst>
                <a:ext uri="{FF2B5EF4-FFF2-40B4-BE49-F238E27FC236}">
                  <a16:creationId xmlns:a16="http://schemas.microsoft.com/office/drawing/2014/main" id="{18F7D467-FB87-C01A-97F5-C56B05338CBD}"/>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33">
              <a:extLst>
                <a:ext uri="{FF2B5EF4-FFF2-40B4-BE49-F238E27FC236}">
                  <a16:creationId xmlns:a16="http://schemas.microsoft.com/office/drawing/2014/main" id="{5910EBE7-5298-64E3-2954-8CBCC3107136}"/>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4">
              <a:extLst>
                <a:ext uri="{FF2B5EF4-FFF2-40B4-BE49-F238E27FC236}">
                  <a16:creationId xmlns:a16="http://schemas.microsoft.com/office/drawing/2014/main" id="{824766A7-EFF3-5420-9EAA-608B094DAA10}"/>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 name="Group 217">
            <a:extLst>
              <a:ext uri="{FF2B5EF4-FFF2-40B4-BE49-F238E27FC236}">
                <a16:creationId xmlns:a16="http://schemas.microsoft.com/office/drawing/2014/main" id="{A4771A2B-BBD1-43AA-CC4B-76B37451CF98}"/>
              </a:ext>
            </a:extLst>
          </p:cNvPr>
          <p:cNvGrpSpPr/>
          <p:nvPr/>
        </p:nvGrpSpPr>
        <p:grpSpPr>
          <a:xfrm>
            <a:off x="1606831" y="6800211"/>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4" name="Freeform 32">
              <a:extLst>
                <a:ext uri="{FF2B5EF4-FFF2-40B4-BE49-F238E27FC236}">
                  <a16:creationId xmlns:a16="http://schemas.microsoft.com/office/drawing/2014/main" id="{564920C7-7F2B-0B85-3C9A-AAF80A7CDC4F}"/>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33">
              <a:extLst>
                <a:ext uri="{FF2B5EF4-FFF2-40B4-BE49-F238E27FC236}">
                  <a16:creationId xmlns:a16="http://schemas.microsoft.com/office/drawing/2014/main" id="{AD88933E-C8AD-532F-3065-6EBC4C2EB27B}"/>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4">
              <a:extLst>
                <a:ext uri="{FF2B5EF4-FFF2-40B4-BE49-F238E27FC236}">
                  <a16:creationId xmlns:a16="http://schemas.microsoft.com/office/drawing/2014/main" id="{5E568082-205A-E1A0-DF71-1BA4DF64D3D9}"/>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7" name="Group 221">
            <a:extLst>
              <a:ext uri="{FF2B5EF4-FFF2-40B4-BE49-F238E27FC236}">
                <a16:creationId xmlns:a16="http://schemas.microsoft.com/office/drawing/2014/main" id="{B11DA1DB-3432-9E64-3B4C-AF7818FF4654}"/>
              </a:ext>
            </a:extLst>
          </p:cNvPr>
          <p:cNvGrpSpPr/>
          <p:nvPr/>
        </p:nvGrpSpPr>
        <p:grpSpPr>
          <a:xfrm>
            <a:off x="1606830" y="8794851"/>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18" name="Freeform 32">
              <a:extLst>
                <a:ext uri="{FF2B5EF4-FFF2-40B4-BE49-F238E27FC236}">
                  <a16:creationId xmlns:a16="http://schemas.microsoft.com/office/drawing/2014/main" id="{ECDA8922-B38E-87B7-DE13-7FD956E21F00}"/>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33">
              <a:extLst>
                <a:ext uri="{FF2B5EF4-FFF2-40B4-BE49-F238E27FC236}">
                  <a16:creationId xmlns:a16="http://schemas.microsoft.com/office/drawing/2014/main" id="{6776AA81-ABF8-FF51-5595-DC62F738D387}"/>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34">
              <a:extLst>
                <a:ext uri="{FF2B5EF4-FFF2-40B4-BE49-F238E27FC236}">
                  <a16:creationId xmlns:a16="http://schemas.microsoft.com/office/drawing/2014/main" id="{F5B5A507-0C47-51AE-1B70-319B68DFB6F2}"/>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Marcador de número de diapositiva 1">
            <a:extLst>
              <a:ext uri="{FF2B5EF4-FFF2-40B4-BE49-F238E27FC236}">
                <a16:creationId xmlns:a16="http://schemas.microsoft.com/office/drawing/2014/main" id="{D2FE56DF-48EB-BE2F-4213-E03534FDEF5D}"/>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38</a:t>
            </a:fld>
            <a:endParaRPr lang="es-ES" sz="2400" dirty="0"/>
          </a:p>
        </p:txBody>
      </p:sp>
    </p:spTree>
    <p:extLst>
      <p:ext uri="{BB962C8B-B14F-4D97-AF65-F5344CB8AC3E}">
        <p14:creationId xmlns:p14="http://schemas.microsoft.com/office/powerpoint/2010/main" val="2787811413"/>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A2E6-BD98-236D-8930-BF9C619F48B5}"/>
            </a:ext>
          </a:extLst>
        </p:cNvPr>
        <p:cNvGrpSpPr/>
        <p:nvPr/>
      </p:nvGrpSpPr>
      <p:grpSpPr>
        <a:xfrm>
          <a:off x="0" y="0"/>
          <a:ext cx="0" cy="0"/>
          <a:chOff x="0" y="0"/>
          <a:chExt cx="0" cy="0"/>
        </a:xfrm>
      </p:grpSpPr>
      <p:sp>
        <p:nvSpPr>
          <p:cNvPr id="3" name="Rectángulo 2">
            <a:extLst>
              <a:ext uri="{FF2B5EF4-FFF2-40B4-BE49-F238E27FC236}">
                <a16:creationId xmlns:a16="http://schemas.microsoft.com/office/drawing/2014/main" id="{38A7BB48-09FA-EC80-D4D8-769E66BE9AF2}"/>
              </a:ext>
            </a:extLst>
          </p:cNvPr>
          <p:cNvSpPr/>
          <p:nvPr/>
        </p:nvSpPr>
        <p:spPr bwMode="auto">
          <a:xfrm>
            <a:off x="32568" y="-31649"/>
            <a:ext cx="24505368" cy="13779298"/>
          </a:xfrm>
          <a:prstGeom prst="rect">
            <a:avLst/>
          </a:prstGeom>
          <a:solidFill>
            <a:schemeClr val="bg1">
              <a:lumMod val="85000"/>
              <a:alpha val="80000"/>
            </a:schemeClr>
          </a:solidFill>
          <a:ln w="25400" cap="flat" cmpd="sng" algn="ctr">
            <a:noFill/>
            <a:prstDash val="solid"/>
            <a:miter lim="0"/>
            <a:headEnd type="none" w="med" len="med"/>
            <a:tailEnd type="none" w="med" len="med"/>
          </a:ln>
          <a:effectLst/>
        </p:spPr>
        <p:txBody>
          <a:bodyPr vert="horz" wrap="square" lIns="50800" tIns="50800" rIns="50800" bIns="50800" numCol="1" rtlCol="0" anchor="ctr" anchorCtr="0" compatLnSpc="1">
            <a:prstTxWarp prst="textNoShape">
              <a:avLst/>
            </a:prstTxWarp>
          </a:bodyPr>
          <a:lstStyle/>
          <a:p>
            <a:pPr marL="342900" marR="0" indent="0" algn="ctr" defTabSz="825500" rtl="0" eaLnBrk="1" fontAlgn="base" latinLnBrk="0" hangingPunct="0">
              <a:lnSpc>
                <a:spcPct val="100000"/>
              </a:lnSpc>
              <a:spcBef>
                <a:spcPct val="0"/>
              </a:spcBef>
              <a:spcAft>
                <a:spcPct val="0"/>
              </a:spcAft>
              <a:buClrTx/>
              <a:buSzTx/>
              <a:buFontTx/>
              <a:buNone/>
              <a:tabLst/>
            </a:pPr>
            <a:endParaRPr kumimoji="0" lang="es-ES" sz="5800" b="0" i="0" u="none" strike="noStrike" cap="none" normalizeH="0" baseline="0" dirty="0">
              <a:ln>
                <a:noFill/>
              </a:ln>
              <a:solidFill>
                <a:srgbClr val="000000"/>
              </a:solidFill>
              <a:effectLst/>
              <a:latin typeface="Gill Sans" charset="0"/>
              <a:ea typeface="ＭＳ Ｐゴシック" charset="0"/>
              <a:cs typeface="Gill Sans" charset="0"/>
              <a:sym typeface="Gill Sans" charset="0"/>
            </a:endParaRPr>
          </a:p>
        </p:txBody>
      </p:sp>
      <p:sp>
        <p:nvSpPr>
          <p:cNvPr id="6147" name="AutoShape 3">
            <a:extLst>
              <a:ext uri="{FF2B5EF4-FFF2-40B4-BE49-F238E27FC236}">
                <a16:creationId xmlns:a16="http://schemas.microsoft.com/office/drawing/2014/main" id="{33943053-1FEB-BC37-1C3C-BF3353C18965}"/>
              </a:ext>
            </a:extLst>
          </p:cNvPr>
          <p:cNvSpPr>
            <a:spLocks/>
          </p:cNvSpPr>
          <p:nvPr/>
        </p:nvSpPr>
        <p:spPr bwMode="auto">
          <a:xfrm>
            <a:off x="22561550" y="609600"/>
            <a:ext cx="241300"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lvl1pPr eaLnBrk="0">
              <a:defRPr sz="5800">
                <a:solidFill>
                  <a:srgbClr val="000000"/>
                </a:solidFill>
                <a:latin typeface="Gill Sans" charset="0"/>
                <a:ea typeface="MS PGothic" panose="020B0600070205080204" pitchFamily="34" charset="-128"/>
                <a:sym typeface="Gill Sans" charset="0"/>
              </a:defRPr>
            </a:lvl1pPr>
            <a:lvl2pPr marL="742950" indent="-285750" eaLnBrk="0">
              <a:defRPr sz="5800">
                <a:solidFill>
                  <a:srgbClr val="000000"/>
                </a:solidFill>
                <a:latin typeface="Gill Sans" charset="0"/>
                <a:ea typeface="MS PGothic" panose="020B0600070205080204" pitchFamily="34" charset="-128"/>
                <a:sym typeface="Gill Sans" charset="0"/>
              </a:defRPr>
            </a:lvl2pPr>
            <a:lvl3pPr marL="1143000" indent="-228600" eaLnBrk="0">
              <a:defRPr sz="5800">
                <a:solidFill>
                  <a:srgbClr val="000000"/>
                </a:solidFill>
                <a:latin typeface="Gill Sans" charset="0"/>
                <a:ea typeface="MS PGothic" panose="020B0600070205080204" pitchFamily="34" charset="-128"/>
                <a:sym typeface="Gill Sans" charset="0"/>
              </a:defRPr>
            </a:lvl3pPr>
            <a:lvl4pPr marL="1600200" indent="-228600" eaLnBrk="0">
              <a:defRPr sz="5800">
                <a:solidFill>
                  <a:srgbClr val="000000"/>
                </a:solidFill>
                <a:latin typeface="Gill Sans" charset="0"/>
                <a:ea typeface="MS PGothic" panose="020B0600070205080204" pitchFamily="34" charset="-128"/>
                <a:sym typeface="Gill Sans" charset="0"/>
              </a:defRPr>
            </a:lvl4pPr>
            <a:lvl5pPr marL="2057400" indent="-228600" eaLnBrk="0">
              <a:defRPr sz="5800">
                <a:solidFill>
                  <a:srgbClr val="000000"/>
                </a:solidFill>
                <a:latin typeface="Gill Sans" charset="0"/>
                <a:ea typeface="MS PGothic" panose="020B0600070205080204" pitchFamily="34" charset="-128"/>
                <a:sym typeface="Gill Sans" charset="0"/>
              </a:defRPr>
            </a:lvl5pPr>
            <a:lvl6pPr marL="25146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6pPr>
            <a:lvl7pPr marL="29718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7pPr>
            <a:lvl8pPr marL="34290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8pPr>
            <a:lvl9pPr marL="3886200" indent="-228600" algn="ctr" defTabSz="825500" eaLnBrk="0" fontAlgn="base" hangingPunct="0">
              <a:spcBef>
                <a:spcPct val="0"/>
              </a:spcBef>
              <a:spcAft>
                <a:spcPct val="0"/>
              </a:spcAft>
              <a:defRPr sz="5800">
                <a:solidFill>
                  <a:srgbClr val="000000"/>
                </a:solidFill>
                <a:latin typeface="Gill Sans" charset="0"/>
                <a:ea typeface="MS PGothic" panose="020B0600070205080204" pitchFamily="34" charset="-128"/>
                <a:sym typeface="Gill Sans" charset="0"/>
              </a:defRPr>
            </a:lvl9pPr>
          </a:lstStyle>
          <a:p>
            <a:pPr algn="l" eaLnBrk="1"/>
            <a:endParaRPr lang="es-ES" altLang="en-US" dirty="0"/>
          </a:p>
        </p:txBody>
      </p:sp>
      <p:sp>
        <p:nvSpPr>
          <p:cNvPr id="6148" name="AutoShape 4">
            <a:extLst>
              <a:ext uri="{FF2B5EF4-FFF2-40B4-BE49-F238E27FC236}">
                <a16:creationId xmlns:a16="http://schemas.microsoft.com/office/drawing/2014/main" id="{04E85395-14B9-AF72-FD54-A87A5F6C0B37}"/>
              </a:ext>
            </a:extLst>
          </p:cNvPr>
          <p:cNvSpPr>
            <a:spLocks/>
          </p:cNvSpPr>
          <p:nvPr/>
        </p:nvSpPr>
        <p:spPr bwMode="auto">
          <a:xfrm>
            <a:off x="1471612" y="980323"/>
            <a:ext cx="17792700" cy="9779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schemeClr val="tx1">
                <a:alpha val="40000"/>
              </a:scheme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lgn="l"/>
            <a:r>
              <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sym typeface="Lato" charset="0"/>
              </a:rPr>
              <a:t>Trabajos futuros</a:t>
            </a:r>
            <a:endParaRPr lang="es-ES" sz="8800" b="1" dirty="0">
              <a:solidFill>
                <a:schemeClr val="accent6"/>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5" name="AutoShape 2">
            <a:extLst>
              <a:ext uri="{FF2B5EF4-FFF2-40B4-BE49-F238E27FC236}">
                <a16:creationId xmlns:a16="http://schemas.microsoft.com/office/drawing/2014/main" id="{EE9535D7-C239-4825-4C68-DB4BBC39D288}"/>
              </a:ext>
            </a:extLst>
          </p:cNvPr>
          <p:cNvSpPr>
            <a:spLocks noChangeAspect="1" noChangeArrowheads="1"/>
          </p:cNvSpPr>
          <p:nvPr/>
        </p:nvSpPr>
        <p:spPr bwMode="auto">
          <a:xfrm>
            <a:off x="12039600" y="6705600"/>
            <a:ext cx="6705128" cy="67051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7" name="AutoShape 10" descr="Mermaid | Diagramming and charting tool">
            <a:extLst>
              <a:ext uri="{FF2B5EF4-FFF2-40B4-BE49-F238E27FC236}">
                <a16:creationId xmlns:a16="http://schemas.microsoft.com/office/drawing/2014/main" id="{14395EC6-CF88-DA69-7CE9-482A6680696D}"/>
              </a:ext>
            </a:extLst>
          </p:cNvPr>
          <p:cNvSpPr>
            <a:spLocks noChangeAspect="1" noChangeArrowheads="1"/>
          </p:cNvSpPr>
          <p:nvPr/>
        </p:nvSpPr>
        <p:spPr bwMode="auto">
          <a:xfrm flipH="1" flipV="1">
            <a:off x="1966864" y="8442176"/>
            <a:ext cx="2016224" cy="20162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sp>
        <p:nvSpPr>
          <p:cNvPr id="2" name="AutoShape 5">
            <a:extLst>
              <a:ext uri="{FF2B5EF4-FFF2-40B4-BE49-F238E27FC236}">
                <a16:creationId xmlns:a16="http://schemas.microsoft.com/office/drawing/2014/main" id="{85A231BF-87FA-67BB-0454-CF3551AFB77F}"/>
              </a:ext>
            </a:extLst>
          </p:cNvPr>
          <p:cNvSpPr>
            <a:spLocks/>
          </p:cNvSpPr>
          <p:nvPr/>
        </p:nvSpPr>
        <p:spPr bwMode="auto">
          <a:xfrm>
            <a:off x="1678832" y="2825552"/>
            <a:ext cx="18506056" cy="734481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Integración con sistemas reales</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Funcionalidades de entornos nativo en PWA</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Estadísticas</a:t>
            </a:r>
          </a:p>
          <a:p>
            <a:pPr marL="1257300" lvl="2" indent="-571500" algn="l" defTabSz="647700">
              <a:spcBef>
                <a:spcPts val="1700"/>
              </a:spcBef>
              <a:buFontTx/>
              <a:buChar char="-"/>
              <a:defRPr/>
            </a:pPr>
            <a:endPar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endParaRPr>
          </a:p>
          <a:p>
            <a:pPr marL="1257300" lvl="2" indent="-571500" algn="l" defTabSz="647700">
              <a:spcBef>
                <a:spcPts val="1700"/>
              </a:spcBef>
              <a:buFontTx/>
              <a:buChar char="-"/>
              <a:defRPr/>
            </a:pPr>
            <a:r>
              <a:rPr lang="es-ES" sz="5400" dirty="0">
                <a:solidFill>
                  <a:schemeClr val="tx1">
                    <a:lumMod val="85000"/>
                    <a:lumOff val="15000"/>
                  </a:schemeClr>
                </a:solidFill>
                <a:latin typeface="Lato" panose="020F0502020204030203" pitchFamily="34" charset="0"/>
                <a:ea typeface="ＭＳ Ｐゴシック" charset="0"/>
                <a:cs typeface="Lato" panose="020F0502020204030203" pitchFamily="34" charset="0"/>
                <a:sym typeface="Verdana" charset="0"/>
              </a:rPr>
              <a:t>Pruebas de carga</a:t>
            </a:r>
          </a:p>
          <a:p>
            <a:pPr marL="914400" lvl="1"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a:p>
            <a:pPr marL="914400" lvl="1" indent="-571500" algn="l" defTabSz="647700">
              <a:spcBef>
                <a:spcPts val="1700"/>
              </a:spcBef>
              <a:buFontTx/>
              <a:buChar char="-"/>
              <a:defRPr/>
            </a:pPr>
            <a:endParaRPr lang="es-ES" sz="5400" dirty="0">
              <a:solidFill>
                <a:srgbClr val="929292"/>
              </a:solidFill>
              <a:latin typeface="Lato" panose="020F0502020204030203" pitchFamily="34" charset="0"/>
              <a:ea typeface="ＭＳ Ｐゴシック" charset="0"/>
              <a:cs typeface="Lato" panose="020F0502020204030203" pitchFamily="34" charset="0"/>
              <a:sym typeface="Verdana" charset="0"/>
            </a:endParaRPr>
          </a:p>
        </p:txBody>
      </p:sp>
      <p:grpSp>
        <p:nvGrpSpPr>
          <p:cNvPr id="4" name="Group 245">
            <a:extLst>
              <a:ext uri="{FF2B5EF4-FFF2-40B4-BE49-F238E27FC236}">
                <a16:creationId xmlns:a16="http://schemas.microsoft.com/office/drawing/2014/main" id="{6AF024B4-90F8-BC55-626D-CE370636AECB}"/>
              </a:ext>
            </a:extLst>
          </p:cNvPr>
          <p:cNvGrpSpPr/>
          <p:nvPr/>
        </p:nvGrpSpPr>
        <p:grpSpPr>
          <a:xfrm>
            <a:off x="1606824" y="2761998"/>
            <a:ext cx="1227536" cy="1310882"/>
            <a:chOff x="4265609" y="3062288"/>
            <a:chExt cx="1285879" cy="1373187"/>
          </a:xfrm>
          <a:solidFill>
            <a:schemeClr val="accent1"/>
          </a:solidFill>
          <a:effectLst>
            <a:outerShdw blurRad="50800" dist="38100" dir="5400000" algn="t" rotWithShape="0">
              <a:prstClr val="black">
                <a:alpha val="40000"/>
              </a:prstClr>
            </a:outerShdw>
          </a:effectLst>
        </p:grpSpPr>
        <p:sp>
          <p:nvSpPr>
            <p:cNvPr id="6" name="Freeform 32">
              <a:extLst>
                <a:ext uri="{FF2B5EF4-FFF2-40B4-BE49-F238E27FC236}">
                  <a16:creationId xmlns:a16="http://schemas.microsoft.com/office/drawing/2014/main" id="{432A2F0C-7212-1B82-B83D-E0D17ED4FF03}"/>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33">
              <a:extLst>
                <a:ext uri="{FF2B5EF4-FFF2-40B4-BE49-F238E27FC236}">
                  <a16:creationId xmlns:a16="http://schemas.microsoft.com/office/drawing/2014/main" id="{93C86358-1F49-DFC6-98D3-B67DAD4851CE}"/>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34">
              <a:extLst>
                <a:ext uri="{FF2B5EF4-FFF2-40B4-BE49-F238E27FC236}">
                  <a16:creationId xmlns:a16="http://schemas.microsoft.com/office/drawing/2014/main" id="{00D4FE67-B6C2-1158-6402-E22B465A7318}"/>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0" name="Group 213">
            <a:extLst>
              <a:ext uri="{FF2B5EF4-FFF2-40B4-BE49-F238E27FC236}">
                <a16:creationId xmlns:a16="http://schemas.microsoft.com/office/drawing/2014/main" id="{2DE69B49-76D3-7675-44AC-743D49AE6EDF}"/>
              </a:ext>
            </a:extLst>
          </p:cNvPr>
          <p:cNvGrpSpPr/>
          <p:nvPr/>
        </p:nvGrpSpPr>
        <p:grpSpPr>
          <a:xfrm flipH="1">
            <a:off x="1599244" y="4731352"/>
            <a:ext cx="1227537" cy="1310882"/>
            <a:chOff x="4265609" y="3062288"/>
            <a:chExt cx="1285879" cy="1373187"/>
          </a:xfrm>
          <a:solidFill>
            <a:schemeClr val="accent2"/>
          </a:solidFill>
          <a:effectLst>
            <a:outerShdw blurRad="50800" dist="38100" dir="5400000" algn="t" rotWithShape="0">
              <a:prstClr val="black">
                <a:alpha val="40000"/>
              </a:prstClr>
            </a:outerShdw>
          </a:effectLst>
        </p:grpSpPr>
        <p:sp>
          <p:nvSpPr>
            <p:cNvPr id="11" name="Freeform 32">
              <a:extLst>
                <a:ext uri="{FF2B5EF4-FFF2-40B4-BE49-F238E27FC236}">
                  <a16:creationId xmlns:a16="http://schemas.microsoft.com/office/drawing/2014/main" id="{B975B696-E833-D2E2-10FF-6842AB06A146}"/>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33">
              <a:extLst>
                <a:ext uri="{FF2B5EF4-FFF2-40B4-BE49-F238E27FC236}">
                  <a16:creationId xmlns:a16="http://schemas.microsoft.com/office/drawing/2014/main" id="{64A5A318-1087-27A6-650F-B4EC7A5B3C70}"/>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34">
              <a:extLst>
                <a:ext uri="{FF2B5EF4-FFF2-40B4-BE49-F238E27FC236}">
                  <a16:creationId xmlns:a16="http://schemas.microsoft.com/office/drawing/2014/main" id="{95FF441B-39B1-AAA4-3E91-D3589E63A2C5}"/>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4" name="Group 217">
            <a:extLst>
              <a:ext uri="{FF2B5EF4-FFF2-40B4-BE49-F238E27FC236}">
                <a16:creationId xmlns:a16="http://schemas.microsoft.com/office/drawing/2014/main" id="{A7E92778-83D6-1DB6-F737-2F296F13977D}"/>
              </a:ext>
            </a:extLst>
          </p:cNvPr>
          <p:cNvGrpSpPr/>
          <p:nvPr/>
        </p:nvGrpSpPr>
        <p:grpSpPr>
          <a:xfrm>
            <a:off x="1606831" y="6841828"/>
            <a:ext cx="1227532" cy="1310878"/>
            <a:chOff x="4265609" y="3062288"/>
            <a:chExt cx="1285879" cy="1373187"/>
          </a:xfrm>
          <a:solidFill>
            <a:schemeClr val="accent3"/>
          </a:solidFill>
          <a:effectLst>
            <a:outerShdw blurRad="50800" dist="38100" dir="5400000" algn="t" rotWithShape="0">
              <a:prstClr val="black">
                <a:alpha val="40000"/>
              </a:prstClr>
            </a:outerShdw>
          </a:effectLst>
        </p:grpSpPr>
        <p:sp>
          <p:nvSpPr>
            <p:cNvPr id="15" name="Freeform 32">
              <a:extLst>
                <a:ext uri="{FF2B5EF4-FFF2-40B4-BE49-F238E27FC236}">
                  <a16:creationId xmlns:a16="http://schemas.microsoft.com/office/drawing/2014/main" id="{4CA1501E-8251-31A3-579A-D67224955758}"/>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33">
              <a:extLst>
                <a:ext uri="{FF2B5EF4-FFF2-40B4-BE49-F238E27FC236}">
                  <a16:creationId xmlns:a16="http://schemas.microsoft.com/office/drawing/2014/main" id="{BF7552FC-C05C-F269-B44A-5DAD1505B45B}"/>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34">
              <a:extLst>
                <a:ext uri="{FF2B5EF4-FFF2-40B4-BE49-F238E27FC236}">
                  <a16:creationId xmlns:a16="http://schemas.microsoft.com/office/drawing/2014/main" id="{149D941E-CC6C-7986-4597-4851CE0C4532}"/>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 name="Group 221">
            <a:extLst>
              <a:ext uri="{FF2B5EF4-FFF2-40B4-BE49-F238E27FC236}">
                <a16:creationId xmlns:a16="http://schemas.microsoft.com/office/drawing/2014/main" id="{A6BD062A-CE17-47A6-A6AB-9EF6D9C552AF}"/>
              </a:ext>
            </a:extLst>
          </p:cNvPr>
          <p:cNvGrpSpPr/>
          <p:nvPr/>
        </p:nvGrpSpPr>
        <p:grpSpPr>
          <a:xfrm>
            <a:off x="1606830" y="8836468"/>
            <a:ext cx="1227527" cy="1310873"/>
            <a:chOff x="4265609" y="3062288"/>
            <a:chExt cx="1285879" cy="1373187"/>
          </a:xfrm>
          <a:solidFill>
            <a:schemeClr val="accent6"/>
          </a:solidFill>
          <a:effectLst>
            <a:outerShdw blurRad="50800" dist="38100" dir="5400000" algn="t" rotWithShape="0">
              <a:prstClr val="black">
                <a:alpha val="40000"/>
              </a:prstClr>
            </a:outerShdw>
          </a:effectLst>
        </p:grpSpPr>
        <p:sp>
          <p:nvSpPr>
            <p:cNvPr id="19" name="Freeform 32">
              <a:extLst>
                <a:ext uri="{FF2B5EF4-FFF2-40B4-BE49-F238E27FC236}">
                  <a16:creationId xmlns:a16="http://schemas.microsoft.com/office/drawing/2014/main" id="{5D67975B-2982-CC28-E59D-890E91607BEF}"/>
                </a:ext>
              </a:extLst>
            </p:cNvPr>
            <p:cNvSpPr>
              <a:spLocks/>
            </p:cNvSpPr>
            <p:nvPr/>
          </p:nvSpPr>
          <p:spPr bwMode="auto">
            <a:xfrm>
              <a:off x="4265609" y="3341688"/>
              <a:ext cx="650874" cy="1093787"/>
            </a:xfrm>
            <a:custGeom>
              <a:avLst/>
              <a:gdLst>
                <a:gd name="T0" fmla="*/ 410 w 410"/>
                <a:gd name="T1" fmla="*/ 689 h 689"/>
                <a:gd name="T2" fmla="*/ 0 w 410"/>
                <a:gd name="T3" fmla="*/ 517 h 689"/>
                <a:gd name="T4" fmla="*/ 0 w 410"/>
                <a:gd name="T5" fmla="*/ 0 h 689"/>
                <a:gd name="T6" fmla="*/ 410 w 410"/>
                <a:gd name="T7" fmla="*/ 172 h 689"/>
                <a:gd name="T8" fmla="*/ 410 w 410"/>
                <a:gd name="T9" fmla="*/ 689 h 689"/>
              </a:gdLst>
              <a:ahLst/>
              <a:cxnLst>
                <a:cxn ang="0">
                  <a:pos x="T0" y="T1"/>
                </a:cxn>
                <a:cxn ang="0">
                  <a:pos x="T2" y="T3"/>
                </a:cxn>
                <a:cxn ang="0">
                  <a:pos x="T4" y="T5"/>
                </a:cxn>
                <a:cxn ang="0">
                  <a:pos x="T6" y="T7"/>
                </a:cxn>
                <a:cxn ang="0">
                  <a:pos x="T8" y="T9"/>
                </a:cxn>
              </a:cxnLst>
              <a:rect l="0" t="0" r="r" b="b"/>
              <a:pathLst>
                <a:path w="410" h="689">
                  <a:moveTo>
                    <a:pt x="410" y="689"/>
                  </a:moveTo>
                  <a:lnTo>
                    <a:pt x="0" y="517"/>
                  </a:lnTo>
                  <a:lnTo>
                    <a:pt x="0" y="0"/>
                  </a:lnTo>
                  <a:lnTo>
                    <a:pt x="410" y="172"/>
                  </a:lnTo>
                  <a:lnTo>
                    <a:pt x="410" y="68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33">
              <a:extLst>
                <a:ext uri="{FF2B5EF4-FFF2-40B4-BE49-F238E27FC236}">
                  <a16:creationId xmlns:a16="http://schemas.microsoft.com/office/drawing/2014/main" id="{2644FFC5-964A-0117-908A-EE3B029E9316}"/>
                </a:ext>
              </a:extLst>
            </p:cNvPr>
            <p:cNvSpPr>
              <a:spLocks/>
            </p:cNvSpPr>
            <p:nvPr/>
          </p:nvSpPr>
          <p:spPr bwMode="auto">
            <a:xfrm>
              <a:off x="4265611" y="3062288"/>
              <a:ext cx="1285874" cy="552450"/>
            </a:xfrm>
            <a:custGeom>
              <a:avLst/>
              <a:gdLst>
                <a:gd name="T0" fmla="*/ 410 w 810"/>
                <a:gd name="T1" fmla="*/ 348 h 348"/>
                <a:gd name="T2" fmla="*/ 0 w 810"/>
                <a:gd name="T3" fmla="*/ 176 h 348"/>
                <a:gd name="T4" fmla="*/ 400 w 810"/>
                <a:gd name="T5" fmla="*/ 0 h 348"/>
                <a:gd name="T6" fmla="*/ 810 w 810"/>
                <a:gd name="T7" fmla="*/ 172 h 348"/>
                <a:gd name="T8" fmla="*/ 410 w 810"/>
                <a:gd name="T9" fmla="*/ 348 h 348"/>
              </a:gdLst>
              <a:ahLst/>
              <a:cxnLst>
                <a:cxn ang="0">
                  <a:pos x="T0" y="T1"/>
                </a:cxn>
                <a:cxn ang="0">
                  <a:pos x="T2" y="T3"/>
                </a:cxn>
                <a:cxn ang="0">
                  <a:pos x="T4" y="T5"/>
                </a:cxn>
                <a:cxn ang="0">
                  <a:pos x="T6" y="T7"/>
                </a:cxn>
                <a:cxn ang="0">
                  <a:pos x="T8" y="T9"/>
                </a:cxn>
              </a:cxnLst>
              <a:rect l="0" t="0" r="r" b="b"/>
              <a:pathLst>
                <a:path w="810" h="348">
                  <a:moveTo>
                    <a:pt x="410" y="348"/>
                  </a:moveTo>
                  <a:lnTo>
                    <a:pt x="0" y="176"/>
                  </a:lnTo>
                  <a:lnTo>
                    <a:pt x="400" y="0"/>
                  </a:lnTo>
                  <a:lnTo>
                    <a:pt x="810" y="172"/>
                  </a:lnTo>
                  <a:lnTo>
                    <a:pt x="410" y="348"/>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34">
              <a:extLst>
                <a:ext uri="{FF2B5EF4-FFF2-40B4-BE49-F238E27FC236}">
                  <a16:creationId xmlns:a16="http://schemas.microsoft.com/office/drawing/2014/main" id="{4CD1CB3E-C4E9-A032-C9F7-2348BDB4455E}"/>
                </a:ext>
              </a:extLst>
            </p:cNvPr>
            <p:cNvSpPr>
              <a:spLocks/>
            </p:cNvSpPr>
            <p:nvPr/>
          </p:nvSpPr>
          <p:spPr bwMode="auto">
            <a:xfrm>
              <a:off x="4916488" y="3335338"/>
              <a:ext cx="635000" cy="1100137"/>
            </a:xfrm>
            <a:custGeom>
              <a:avLst/>
              <a:gdLst>
                <a:gd name="T0" fmla="*/ 400 w 400"/>
                <a:gd name="T1" fmla="*/ 0 h 693"/>
                <a:gd name="T2" fmla="*/ 400 w 400"/>
                <a:gd name="T3" fmla="*/ 517 h 693"/>
                <a:gd name="T4" fmla="*/ 0 w 400"/>
                <a:gd name="T5" fmla="*/ 693 h 693"/>
                <a:gd name="T6" fmla="*/ 0 w 400"/>
                <a:gd name="T7" fmla="*/ 176 h 693"/>
                <a:gd name="T8" fmla="*/ 400 w 400"/>
                <a:gd name="T9" fmla="*/ 0 h 693"/>
              </a:gdLst>
              <a:ahLst/>
              <a:cxnLst>
                <a:cxn ang="0">
                  <a:pos x="T0" y="T1"/>
                </a:cxn>
                <a:cxn ang="0">
                  <a:pos x="T2" y="T3"/>
                </a:cxn>
                <a:cxn ang="0">
                  <a:pos x="T4" y="T5"/>
                </a:cxn>
                <a:cxn ang="0">
                  <a:pos x="T6" y="T7"/>
                </a:cxn>
                <a:cxn ang="0">
                  <a:pos x="T8" y="T9"/>
                </a:cxn>
              </a:cxnLst>
              <a:rect l="0" t="0" r="r" b="b"/>
              <a:pathLst>
                <a:path w="400" h="693">
                  <a:moveTo>
                    <a:pt x="400" y="0"/>
                  </a:moveTo>
                  <a:lnTo>
                    <a:pt x="400" y="517"/>
                  </a:lnTo>
                  <a:lnTo>
                    <a:pt x="0" y="693"/>
                  </a:lnTo>
                  <a:lnTo>
                    <a:pt x="0" y="176"/>
                  </a:lnTo>
                  <a:lnTo>
                    <a:pt x="400"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Marcador de número de diapositiva 1">
            <a:extLst>
              <a:ext uri="{FF2B5EF4-FFF2-40B4-BE49-F238E27FC236}">
                <a16:creationId xmlns:a16="http://schemas.microsoft.com/office/drawing/2014/main" id="{3740FDD1-93FA-81A4-7534-D40074C5C748}"/>
              </a:ext>
            </a:extLst>
          </p:cNvPr>
          <p:cNvSpPr txBox="1">
            <a:spLocks/>
          </p:cNvSpPr>
          <p:nvPr/>
        </p:nvSpPr>
        <p:spPr>
          <a:xfrm>
            <a:off x="18312680" y="12699919"/>
            <a:ext cx="5486400" cy="730250"/>
          </a:xfrm>
          <a:prstGeom prst="rect">
            <a:avLst/>
          </a:prstGeom>
        </p:spPr>
        <p:txBody>
          <a:bodyPr vert="horz" lIns="91440" tIns="45720" rIns="91440" bIns="45720" rtlCol="0" anchor="ctr"/>
          <a:lstStyle>
            <a:defPPr>
              <a:defRPr lang="es-ES"/>
            </a:defPPr>
            <a:lvl1pPr algn="r" defTabSz="825500" rtl="0" fontAlgn="base" hangingPunct="0">
              <a:spcBef>
                <a:spcPct val="0"/>
              </a:spcBef>
              <a:spcAft>
                <a:spcPct val="0"/>
              </a:spcAft>
              <a:defRPr sz="1200" kern="1200">
                <a:solidFill>
                  <a:schemeClr val="tx1">
                    <a:tint val="82000"/>
                  </a:schemeClr>
                </a:solidFill>
                <a:latin typeface="Gill Sans" charset="0"/>
                <a:ea typeface="MS PGothic" panose="020B0600070205080204" pitchFamily="34" charset="-128"/>
                <a:cs typeface="+mn-cs"/>
                <a:sym typeface="Gill Sans" charset="0"/>
              </a:defRPr>
            </a:lvl1pPr>
            <a:lvl2pPr marL="342900" indent="1143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2pPr>
            <a:lvl3pPr marL="685800" indent="2286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3pPr>
            <a:lvl4pPr marL="1028700" indent="3429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4pPr>
            <a:lvl5pPr marL="1371600" indent="457200" algn="ctr" defTabSz="825500" rtl="0" fontAlgn="base" hangingPunct="0">
              <a:spcBef>
                <a:spcPct val="0"/>
              </a:spcBef>
              <a:spcAft>
                <a:spcPct val="0"/>
              </a:spcAft>
              <a:defRPr sz="5800" kern="1200">
                <a:solidFill>
                  <a:srgbClr val="000000"/>
                </a:solidFill>
                <a:latin typeface="Gill Sans" charset="0"/>
                <a:ea typeface="MS PGothic" panose="020B0600070205080204" pitchFamily="34" charset="-128"/>
                <a:cs typeface="+mn-cs"/>
                <a:sym typeface="Gill Sans" charset="0"/>
              </a:defRPr>
            </a:lvl5pPr>
            <a:lvl6pPr marL="22860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6pPr>
            <a:lvl7pPr marL="27432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7pPr>
            <a:lvl8pPr marL="32004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8pPr>
            <a:lvl9pPr marL="3657600" algn="l" defTabSz="914400" rtl="0" eaLnBrk="1" latinLnBrk="0" hangingPunct="1">
              <a:defRPr sz="5800" kern="1200">
                <a:solidFill>
                  <a:srgbClr val="000000"/>
                </a:solidFill>
                <a:latin typeface="Gill Sans" charset="0"/>
                <a:ea typeface="MS PGothic" panose="020B0600070205080204" pitchFamily="34" charset="-128"/>
                <a:cs typeface="+mn-cs"/>
                <a:sym typeface="Gill Sans" charset="0"/>
              </a:defRPr>
            </a:lvl9pPr>
          </a:lstStyle>
          <a:p>
            <a:fld id="{65DA56F6-F868-49B8-9EC3-8A44F72515E2}" type="slidenum">
              <a:rPr lang="es-ES" sz="2400" smtClean="0"/>
              <a:pPr/>
              <a:t>39</a:t>
            </a:fld>
            <a:endParaRPr lang="es-ES" sz="2400" dirty="0"/>
          </a:p>
        </p:txBody>
      </p:sp>
    </p:spTree>
    <p:extLst>
      <p:ext uri="{BB962C8B-B14F-4D97-AF65-F5344CB8AC3E}">
        <p14:creationId xmlns:p14="http://schemas.microsoft.com/office/powerpoint/2010/main" val="677109028"/>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EC795-BE55-47A6-834B-E7AF18A1D598}"/>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EC26B454-8A3B-6150-32A9-32949E258564}"/>
              </a:ext>
            </a:extLst>
          </p:cNvPr>
          <p:cNvSpPr>
            <a:spLocks noGrp="1"/>
          </p:cNvSpPr>
          <p:nvPr>
            <p:ph type="body" sz="quarter" idx="13"/>
          </p:nvPr>
        </p:nvSpPr>
        <p:spPr>
          <a:xfrm>
            <a:off x="14280232" y="5741988"/>
            <a:ext cx="9721181" cy="3636962"/>
          </a:xfrm>
        </p:spPr>
        <p:txBody>
          <a:bodyPr/>
          <a:lstStyle/>
          <a:p>
            <a:r>
              <a:rPr lang="es-ES" dirty="0"/>
              <a:t>Muchas gracias</a:t>
            </a:r>
          </a:p>
        </p:txBody>
      </p:sp>
      <p:sp>
        <p:nvSpPr>
          <p:cNvPr id="10" name="AutoShape 4">
            <a:extLst>
              <a:ext uri="{FF2B5EF4-FFF2-40B4-BE49-F238E27FC236}">
                <a16:creationId xmlns:a16="http://schemas.microsoft.com/office/drawing/2014/main" id="{56BC3611-4604-374B-B075-AAEFE321F633}"/>
              </a:ext>
            </a:extLst>
          </p:cNvPr>
          <p:cNvSpPr>
            <a:spLocks/>
          </p:cNvSpPr>
          <p:nvPr/>
        </p:nvSpPr>
        <p:spPr bwMode="auto">
          <a:xfrm>
            <a:off x="1003128" y="94946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1" name="AutoShape 4">
            <a:extLst>
              <a:ext uri="{FF2B5EF4-FFF2-40B4-BE49-F238E27FC236}">
                <a16:creationId xmlns:a16="http://schemas.microsoft.com/office/drawing/2014/main" id="{B73A5B66-99CB-AE3D-043A-C9852017A4DC}"/>
              </a:ext>
            </a:extLst>
          </p:cNvPr>
          <p:cNvSpPr>
            <a:spLocks/>
          </p:cNvSpPr>
          <p:nvPr/>
        </p:nvSpPr>
        <p:spPr bwMode="auto">
          <a:xfrm>
            <a:off x="1155528" y="9647076"/>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12" name="AutoShape 4">
            <a:extLst>
              <a:ext uri="{FF2B5EF4-FFF2-40B4-BE49-F238E27FC236}">
                <a16:creationId xmlns:a16="http://schemas.microsoft.com/office/drawing/2014/main" id="{FDC19923-8B0F-01D1-EB8C-40D1711D67D1}"/>
              </a:ext>
            </a:extLst>
          </p:cNvPr>
          <p:cNvSpPr>
            <a:spLocks/>
          </p:cNvSpPr>
          <p:nvPr/>
        </p:nvSpPr>
        <p:spPr bwMode="auto">
          <a:xfrm>
            <a:off x="1606824" y="10897460"/>
            <a:ext cx="11953328" cy="122413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outerShdw blurRad="50800" dist="38100" dir="13500000" algn="br"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50800" tIns="50800" rIns="50800" bIns="50800" anchor="ctr"/>
          <a:lstStyle/>
          <a:p>
            <a:pPr>
              <a:defRPr/>
            </a:pPr>
            <a:endParaRPr lang="es-ES" sz="6000" dirty="0">
              <a:latin typeface="Roboto SemiBold" panose="02000000000000000000" pitchFamily="2" charset="0"/>
              <a:ea typeface="Roboto SemiBold" panose="02000000000000000000" pitchFamily="2" charset="0"/>
            </a:endParaRPr>
          </a:p>
        </p:txBody>
      </p:sp>
      <p:sp>
        <p:nvSpPr>
          <p:cNvPr id="2" name="CuadroTexto 1">
            <a:extLst>
              <a:ext uri="{FF2B5EF4-FFF2-40B4-BE49-F238E27FC236}">
                <a16:creationId xmlns:a16="http://schemas.microsoft.com/office/drawing/2014/main" id="{F846C5B9-D2D3-545F-F046-6F13A580721E}"/>
              </a:ext>
            </a:extLst>
          </p:cNvPr>
          <p:cNvSpPr txBox="1"/>
          <p:nvPr/>
        </p:nvSpPr>
        <p:spPr>
          <a:xfrm>
            <a:off x="2830960" y="9018240"/>
            <a:ext cx="8784976" cy="1080120"/>
          </a:xfrm>
          <a:prstGeom prst="rect">
            <a:avLst/>
          </a:prstGeom>
        </p:spPr>
        <p:txBody>
          <a:bodyPr wrap="square" rtlCol="0">
            <a:spAutoFit/>
          </a:bodyPr>
          <a:lstStyle/>
          <a:p>
            <a:endParaRPr lang="es-ES" dirty="0"/>
          </a:p>
        </p:txBody>
      </p:sp>
    </p:spTree>
    <p:extLst>
      <p:ext uri="{BB962C8B-B14F-4D97-AF65-F5344CB8AC3E}">
        <p14:creationId xmlns:p14="http://schemas.microsoft.com/office/powerpoint/2010/main" val="355782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1+#ppt_w/2"/>
                                          </p:val>
                                        </p:tav>
                                        <p:tav tm="100000">
                                          <p:val>
                                            <p:strVal val="#ppt_x"/>
                                          </p:val>
                                        </p:tav>
                                      </p:tavLst>
                                    </p:anim>
                                    <p:anim calcmode="lin" valueType="num">
                                      <p:cBhvr additive="base">
                                        <p:cTn id="1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utoUpdateAnimBg="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Tema de Office">
  <a:themeElements>
    <a:clrScheme name="Exodus">
      <a:dk1>
        <a:sysClr val="windowText" lastClr="000000"/>
      </a:dk1>
      <a:lt1>
        <a:sysClr val="window" lastClr="FFFFFF"/>
      </a:lt1>
      <a:dk2>
        <a:srgbClr val="318FC5"/>
      </a:dk2>
      <a:lt2>
        <a:srgbClr val="AEE8FB"/>
      </a:lt2>
      <a:accent1>
        <a:srgbClr val="76C5EF"/>
      </a:accent1>
      <a:accent2>
        <a:srgbClr val="FEA022"/>
      </a:accent2>
      <a:accent3>
        <a:srgbClr val="FF6700"/>
      </a:accent3>
      <a:accent4>
        <a:srgbClr val="46C1A4"/>
      </a:accent4>
      <a:accent5>
        <a:srgbClr val="A5D848"/>
      </a:accent5>
      <a:accent6>
        <a:srgbClr val="0C436D"/>
      </a:accent6>
      <a:hlink>
        <a:srgbClr val="7AB6E8"/>
      </a:hlink>
      <a:folHlink>
        <a:srgbClr val="83B0D3"/>
      </a:folHlink>
    </a:clrScheme>
    <a:fontScheme name="Tema de Office">
      <a:majorFont>
        <a:latin typeface="Gill Sans"/>
        <a:ea typeface="ＭＳ Ｐゴシック"/>
        <a:cs typeface="Gill Sans"/>
      </a:majorFont>
      <a:minorFont>
        <a:latin typeface="Gill Sans"/>
        <a:ea typeface="ＭＳ Ｐゴシック"/>
        <a:cs typeface="Gill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blipFill dpi="0" rotWithShape="0">
          <a:blip xmlns:r="http://schemas.openxmlformats.org/officeDocument/2006/relationships" r:embed="rId1"/>
          <a:srcRect/>
          <a:tile tx="0" ty="0" sx="100000" sy="100000" flip="none" algn="tl"/>
        </a:blipFill>
        <a:ln w="25400" cap="flat" cmpd="sng" algn="ctr">
          <a:noFill/>
          <a:prstDash val="solid"/>
          <a:miter lim="0"/>
          <a:headEnd type="none" w="med" len="med"/>
          <a:tailEnd type="none" w="med" len="med"/>
        </a:ln>
        <a:effectLst/>
      </a:spPr>
      <a:bodyPr vert="horz" wrap="square" lIns="50800" tIns="50800" rIns="50800" bIns="50800" numCol="1" rtlCol="0" anchor="ctr" anchorCtr="0" compatLnSpc="1">
        <a:prstTxWarp prst="textNoShape">
          <a:avLst/>
        </a:prstTxWarp>
      </a:bodyPr>
      <a:lstStyle>
        <a:defPPr marL="342900" marR="0" indent="0" algn="ctr" defTabSz="825500" rtl="0" eaLnBrk="1" fontAlgn="base" latinLnBrk="0" hangingPunct="0">
          <a:lnSpc>
            <a:spcPct val="100000"/>
          </a:lnSpc>
          <a:spcBef>
            <a:spcPct val="0"/>
          </a:spcBef>
          <a:spcAft>
            <a:spcPct val="0"/>
          </a:spcAft>
          <a:buClrTx/>
          <a:buSzTx/>
          <a:buFontTx/>
          <a:buNone/>
          <a:tabLst/>
          <a:defRPr kumimoji="0" sz="5800" b="0" i="0" u="none" strike="noStrike" cap="none" normalizeH="0" baseline="0">
            <a:ln>
              <a:noFill/>
            </a:ln>
            <a:solidFill>
              <a:srgbClr val="000000"/>
            </a:solidFill>
            <a:effectLst/>
            <a:latin typeface="Gill Sans" charset="0"/>
            <a:ea typeface="ＭＳ Ｐゴシック" charset="0"/>
            <a:cs typeface="Gill Sans" charset="0"/>
            <a:sym typeface="Gill Sans"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miter lim="0"/>
          <a:headEnd type="none" w="med" len="med"/>
          <a:tailEnd type="none" w="med" len="med"/>
        </a:ln>
        <a:effectLst>
          <a:outerShdw blurRad="38100" dist="25400" dir="5400000" algn="ctr" rotWithShape="0">
            <a:srgbClr val="000000">
              <a:alpha val="50000"/>
            </a:srgbClr>
          </a:outerShdw>
        </a:effectLst>
      </a:spPr>
      <a:bodyPr vert="horz" wrap="square" lIns="50800" tIns="50800" rIns="50800" bIns="50800" numCol="1" anchor="ctr" anchorCtr="0" compatLnSpc="1">
        <a:prstTxWarp prst="textNoShape">
          <a:avLst/>
        </a:prstTxWarp>
      </a:bodyPr>
      <a:lstStyle>
        <a:defPPr marL="342900" marR="0" indent="0" algn="ctr" defTabSz="825500" rtl="0" eaLnBrk="1" fontAlgn="base" latinLnBrk="0" hangingPunct="0">
          <a:lnSpc>
            <a:spcPct val="100000"/>
          </a:lnSpc>
          <a:spcBef>
            <a:spcPct val="0"/>
          </a:spcBef>
          <a:spcAft>
            <a:spcPct val="0"/>
          </a:spcAft>
          <a:buClrTx/>
          <a:buSzTx/>
          <a:buFontTx/>
          <a:buNone/>
          <a:tabLst/>
          <a:defRPr kumimoji="0" lang="es-ES" sz="5800" b="0" i="0" u="none" strike="noStrike" cap="none" normalizeH="0" baseline="0">
            <a:ln>
              <a:noFill/>
            </a:ln>
            <a:solidFill>
              <a:srgbClr val="000000"/>
            </a:solidFill>
            <a:effectLst/>
            <a:latin typeface="Gill Sans" charset="0"/>
            <a:ea typeface="ＭＳ Ｐゴシック" charset="0"/>
            <a:cs typeface="Gill Sans" charset="0"/>
            <a:sym typeface="Gill Sans" charset="0"/>
          </a:defRPr>
        </a:defPPr>
      </a:lstStyle>
    </a:lnDef>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53585F"/>
      </a:dk2>
      <a:lt2>
        <a:srgbClr val="DCDEE0"/>
      </a:lt2>
      <a:accent1>
        <a:srgbClr val="0365C0"/>
      </a:accent1>
      <a:accent2>
        <a:srgbClr val="00882B"/>
      </a:accent2>
      <a:accent3>
        <a:srgbClr val="FFFFFF"/>
      </a:accent3>
      <a:accent4>
        <a:srgbClr val="000000"/>
      </a:accent4>
      <a:accent5>
        <a:srgbClr val="AAB8DC"/>
      </a:accent5>
      <a:accent6>
        <a:srgbClr val="007B26"/>
      </a:accent6>
      <a:hlink>
        <a:srgbClr val="0000FF"/>
      </a:hlink>
      <a:folHlink>
        <a:srgbClr val="FF00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TM03090430[[fn=Con bandas]]</Template>
  <TotalTime>1247</TotalTime>
  <Words>2478</Words>
  <Application>Microsoft Office PowerPoint</Application>
  <PresentationFormat>Personalizado</PresentationFormat>
  <Paragraphs>283</Paragraphs>
  <Slides>40</Slides>
  <Notes>40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40</vt:i4>
      </vt:variant>
    </vt:vector>
  </HeadingPairs>
  <TitlesOfParts>
    <vt:vector size="50" baseType="lpstr">
      <vt:lpstr>ＭＳ Ｐゴシック</vt:lpstr>
      <vt:lpstr>Arial</vt:lpstr>
      <vt:lpstr>Gill Sans</vt:lpstr>
      <vt:lpstr>Lato</vt:lpstr>
      <vt:lpstr>Lato Black</vt:lpstr>
      <vt:lpstr>Lucida Grande</vt:lpstr>
      <vt:lpstr>Roboto Black</vt:lpstr>
      <vt:lpstr>Roboto SemiBold</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David Bueno Carmona</dc:creator>
  <cp:lastModifiedBy>David Bueno Carmona</cp:lastModifiedBy>
  <cp:revision>30</cp:revision>
  <dcterms:modified xsi:type="dcterms:W3CDTF">2025-09-22T20:36:30Z</dcterms:modified>
</cp:coreProperties>
</file>